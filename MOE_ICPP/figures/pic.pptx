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4697"/>
  </p:normalViewPr>
  <p:slideViewPr>
    <p:cSldViewPr snapToGrid="0">
      <p:cViewPr>
        <p:scale>
          <a:sx n="108" d="100"/>
          <a:sy n="108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gchao Yuan" userId="4ffe928363574d08" providerId="LiveId" clId="{DED604EB-8433-4DEB-880E-D1A25F8E7564}"/>
    <pc:docChg chg="undo redo custSel addSld delSld modSld sldOrd modMainMaster">
      <pc:chgData name="Pengchao Yuan" userId="4ffe928363574d08" providerId="LiveId" clId="{DED604EB-8433-4DEB-880E-D1A25F8E7564}" dt="2024-04-15T13:17:18.207" v="1483" actId="1076"/>
      <pc:docMkLst>
        <pc:docMk/>
      </pc:docMkLst>
      <pc:sldChg chg="modSp add del">
        <pc:chgData name="Pengchao Yuan" userId="4ffe928363574d08" providerId="LiveId" clId="{DED604EB-8433-4DEB-880E-D1A25F8E7564}" dt="2024-04-15T13:17:05.506" v="1482"/>
        <pc:sldMkLst>
          <pc:docMk/>
          <pc:sldMk cId="3956296454" sldId="256"/>
        </pc:sldMkLst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4" creationId="{3685A187-204F-0579-8AA7-9E2C5C8DBB2E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5" creationId="{D801F218-5A05-3BE6-29C9-2793DE91BB1F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1" creationId="{ACBCD36F-759D-16FF-4B3B-0A67619C4C0C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7" creationId="{9C428F12-32A6-459A-75D9-52240EE1A0A5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35" creationId="{4E706A3A-4BEE-4042-C7C7-D3D202316466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36" creationId="{3A0C5A2B-84CE-BA2B-447B-14BDE612D10D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37" creationId="{AB7C1017-D18C-4D27-6B70-2B1DFD352922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40" creationId="{ABB053AF-17B6-1AD9-6CC3-0FB1662C29E7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44" creationId="{287D6199-DEBE-000E-B12C-8BCFE4357646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45" creationId="{84192D5E-FBF5-86C9-AED7-C2B28B07AE7B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46" creationId="{FD8CE472-8152-8F0B-941E-91ACB229CB6A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49" creationId="{9EAC62DF-BA3C-6FFD-1469-90FC3117DBBE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52" creationId="{157D8500-B7EB-46AE-D896-9924DE07A367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53" creationId="{41E1DAD2-91DC-73CD-C8EB-97EA812E9315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54" creationId="{5144FDE0-427E-9CAC-493D-43C115BE89A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55" creationId="{32538066-ACC6-9C44-B7D6-612DB0283AE1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70" creationId="{4A25003E-E835-FF9F-2645-72810EEC3FF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71" creationId="{E9E059DB-2614-92DB-0118-3B7B1CE0BBD2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72" creationId="{12BCF605-14D9-67EB-3647-5EFEEA771C4D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79" creationId="{B4E7B9C6-93E4-74A0-7573-75A762F95D67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80" creationId="{4697E08C-350D-ABC7-1815-5FDCB0D69CDE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81" creationId="{162D6F4E-0258-76F9-1B5C-9C93CBF3B49A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82" creationId="{9AFD494D-4DD5-8578-2EAB-ED199AC23147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83" creationId="{67705953-5DA5-BF80-B432-07C1B1C93A61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86" creationId="{83D5D467-32E6-2910-4C68-51B0C08D76FE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87" creationId="{164E4A93-EC77-FF40-7C76-34F3ADAF6A74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91" creationId="{4BBD67A8-5509-8187-9FA6-2064075920A5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92" creationId="{47FE4BB7-36D6-53F9-2A79-441BFAC6717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93" creationId="{38BB53BA-73ED-6A81-457E-71AAF2DE7012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94" creationId="{2B1D3FD5-AF4E-D80E-59F1-EAE0352B1BA6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98" creationId="{0637F272-91BA-6AA5-3DE2-F0D64476A422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99" creationId="{02C458AD-836C-FFB3-555D-3C664BCB917B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04" creationId="{081FE9C1-44BB-5CA3-E632-FD4E43519B4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05" creationId="{7C8E88FF-3E2E-DB91-1915-149DC0973012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06" creationId="{E08D9C9C-8546-EBFD-5890-4F5590A400CD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07" creationId="{B64B313C-361F-8730-4543-1091CBABA834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08" creationId="{751C3C48-92DD-7AFE-28A0-31B4B865BA0F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09" creationId="{E5B9AEC3-4B16-C401-71F5-E2F56BB2F19B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10" creationId="{6CFCB225-6EC2-0F10-F924-A282FEBC07A3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11" creationId="{3A4EBF93-37C0-024D-C614-A35BA2CF64B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12" creationId="{1E96DAFF-3C93-AE64-F1A2-25426E0A07D4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956296454" sldId="256"/>
            <ac:spMk id="113" creationId="{775FA163-8EC8-FB07-7295-31FFB77D3F74}"/>
          </ac:spMkLst>
        </pc:sp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956296454" sldId="256"/>
            <ac:cxnSpMk id="57" creationId="{466D6418-ACBC-91E3-3B78-3A5B362999BF}"/>
          </ac:cxnSpMkLst>
        </pc:cxn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956296454" sldId="256"/>
            <ac:cxnSpMk id="59" creationId="{941AB091-1BE2-6C6F-9FB6-05CFA3D0591F}"/>
          </ac:cxnSpMkLst>
        </pc:cxnChg>
      </pc:sldChg>
      <pc:sldChg chg="addSp delSp modSp new add del mod ord setBg">
        <pc:chgData name="Pengchao Yuan" userId="4ffe928363574d08" providerId="LiveId" clId="{DED604EB-8433-4DEB-880E-D1A25F8E7564}" dt="2024-04-15T13:17:18.207" v="1483" actId="1076"/>
        <pc:sldMkLst>
          <pc:docMk/>
          <pc:sldMk cId="2187078611" sldId="257"/>
        </pc:sldMkLst>
        <pc:spChg chg="del">
          <ac:chgData name="Pengchao Yuan" userId="4ffe928363574d08" providerId="LiveId" clId="{DED604EB-8433-4DEB-880E-D1A25F8E7564}" dt="2024-04-14T07:00:07.809" v="3" actId="478"/>
          <ac:spMkLst>
            <pc:docMk/>
            <pc:sldMk cId="2187078611" sldId="257"/>
            <ac:spMk id="2" creationId="{31206902-F2F7-9B1D-FA26-A44DF379D0AD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2" creationId="{854C8F3D-95A3-F3C5-8890-FCE2710602AD}"/>
          </ac:spMkLst>
        </pc:spChg>
        <pc:spChg chg="add mod">
          <ac:chgData name="Pengchao Yuan" userId="4ffe928363574d08" providerId="LiveId" clId="{DED604EB-8433-4DEB-880E-D1A25F8E7564}" dt="2024-04-15T08:29:29.990" v="864" actId="1076"/>
          <ac:spMkLst>
            <pc:docMk/>
            <pc:sldMk cId="2187078611" sldId="257"/>
            <ac:spMk id="3" creationId="{1EB98838-6CD3-BC3E-09B9-B09010B70143}"/>
          </ac:spMkLst>
        </pc:spChg>
        <pc:spChg chg="del">
          <ac:chgData name="Pengchao Yuan" userId="4ffe928363574d08" providerId="LiveId" clId="{DED604EB-8433-4DEB-880E-D1A25F8E7564}" dt="2024-04-14T07:00:07.809" v="3" actId="478"/>
          <ac:spMkLst>
            <pc:docMk/>
            <pc:sldMk cId="2187078611" sldId="257"/>
            <ac:spMk id="3" creationId="{26023EFB-6AC5-E25C-3388-AD723CF7334D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4" creationId="{F0A4AC63-AA38-D59C-8997-ED381673D7D4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5" creationId="{B73F9A30-CB83-1590-AB83-4EC0B5F86FF0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6" creationId="{14031B14-2BD1-BC29-F815-E1BB5B81DE1C}"/>
          </ac:spMkLst>
        </pc:spChg>
        <pc:spChg chg="add mod">
          <ac:chgData name="Pengchao Yuan" userId="4ffe928363574d08" providerId="LiveId" clId="{DED604EB-8433-4DEB-880E-D1A25F8E7564}" dt="2024-04-14T07:00:52.318" v="12"/>
          <ac:spMkLst>
            <pc:docMk/>
            <pc:sldMk cId="2187078611" sldId="257"/>
            <ac:spMk id="7" creationId="{A2F0A4D3-AB0D-CCD0-2BAE-5C17510443D3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7" creationId="{A9C582BC-188A-80D2-A548-8D4BF5030E80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8" creationId="{2D8F2F58-D853-BDA5-5689-6A5B1D127774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9" creationId="{8C212565-5505-A3CC-D4AE-685DF66D497A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10" creationId="{3F195493-FD79-CF26-4EE1-89376A380C48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11" creationId="{226DE5DA-F51E-17D9-CD33-E839D47EA1D9}"/>
          </ac:spMkLst>
        </pc:spChg>
        <pc:spChg chg="add del mod">
          <ac:chgData name="Pengchao Yuan" userId="4ffe928363574d08" providerId="LiveId" clId="{DED604EB-8433-4DEB-880E-D1A25F8E7564}" dt="2024-04-15T08:30:13.232" v="874" actId="478"/>
          <ac:spMkLst>
            <pc:docMk/>
            <pc:sldMk cId="2187078611" sldId="257"/>
            <ac:spMk id="12" creationId="{CF5E2FDE-4848-A0E4-63B2-1931FB9DACF1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14" creationId="{DB9F6D69-FB42-38E7-DBB1-BB2E19E14076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15" creationId="{A4EDB764-387F-2EC9-B155-78B38CCCE040}"/>
          </ac:spMkLst>
        </pc:spChg>
        <pc:spChg chg="add del mod">
          <ac:chgData name="Pengchao Yuan" userId="4ffe928363574d08" providerId="LiveId" clId="{DED604EB-8433-4DEB-880E-D1A25F8E7564}" dt="2024-04-15T08:28:28.699" v="830" actId="478"/>
          <ac:spMkLst>
            <pc:docMk/>
            <pc:sldMk cId="2187078611" sldId="257"/>
            <ac:spMk id="16" creationId="{0BB72CB6-D2B0-B4B2-B648-0F8766A02129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17" creationId="{FC4DD1FE-5428-9C19-73B3-6378A09D9ACF}"/>
          </ac:spMkLst>
        </pc:spChg>
        <pc:spChg chg="add del mod">
          <ac:chgData name="Pengchao Yuan" userId="4ffe928363574d08" providerId="LiveId" clId="{DED604EB-8433-4DEB-880E-D1A25F8E7564}" dt="2024-04-15T08:28:40.598" v="832" actId="478"/>
          <ac:spMkLst>
            <pc:docMk/>
            <pc:sldMk cId="2187078611" sldId="257"/>
            <ac:spMk id="18" creationId="{43C92086-F075-95E3-684F-73E3747590F7}"/>
          </ac:spMkLst>
        </pc:spChg>
        <pc:spChg chg="add del mod">
          <ac:chgData name="Pengchao Yuan" userId="4ffe928363574d08" providerId="LiveId" clId="{DED604EB-8433-4DEB-880E-D1A25F8E7564}" dt="2024-04-15T08:37:33.189" v="1056" actId="478"/>
          <ac:spMkLst>
            <pc:docMk/>
            <pc:sldMk cId="2187078611" sldId="257"/>
            <ac:spMk id="20" creationId="{F8616BBD-B823-E162-00FD-4DF6B0F45900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21" creationId="{4A507224-09EF-31AC-B8D2-B03FE6A2B8E9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25" creationId="{55614B61-1A2F-5E69-98E1-A63F9977F87A}"/>
          </ac:spMkLst>
        </pc:spChg>
        <pc:spChg chg="add del mod">
          <ac:chgData name="Pengchao Yuan" userId="4ffe928363574d08" providerId="LiveId" clId="{DED604EB-8433-4DEB-880E-D1A25F8E7564}" dt="2024-04-15T08:37:33.189" v="1056" actId="478"/>
          <ac:spMkLst>
            <pc:docMk/>
            <pc:sldMk cId="2187078611" sldId="257"/>
            <ac:spMk id="31" creationId="{02837B33-C064-DB2E-B9D3-987C67E2A3CE}"/>
          </ac:spMkLst>
        </pc:spChg>
        <pc:spChg chg="add del mod">
          <ac:chgData name="Pengchao Yuan" userId="4ffe928363574d08" providerId="LiveId" clId="{DED604EB-8433-4DEB-880E-D1A25F8E7564}" dt="2024-04-15T08:37:33.189" v="1056" actId="478"/>
          <ac:spMkLst>
            <pc:docMk/>
            <pc:sldMk cId="2187078611" sldId="257"/>
            <ac:spMk id="32" creationId="{D7BFBE42-11B9-69E2-D2DD-242B6F9CC468}"/>
          </ac:spMkLst>
        </pc:spChg>
        <pc:spChg chg="add del mod">
          <ac:chgData name="Pengchao Yuan" userId="4ffe928363574d08" providerId="LiveId" clId="{DED604EB-8433-4DEB-880E-D1A25F8E7564}" dt="2024-04-15T08:37:36.180" v="1058" actId="478"/>
          <ac:spMkLst>
            <pc:docMk/>
            <pc:sldMk cId="2187078611" sldId="257"/>
            <ac:spMk id="33" creationId="{DFDE8469-D805-3B6B-2E56-6AFA54C0C190}"/>
          </ac:spMkLst>
        </pc:spChg>
        <pc:spChg chg="add del mod">
          <ac:chgData name="Pengchao Yuan" userId="4ffe928363574d08" providerId="LiveId" clId="{DED604EB-8433-4DEB-880E-D1A25F8E7564}" dt="2024-04-15T08:37:33.189" v="1056" actId="478"/>
          <ac:spMkLst>
            <pc:docMk/>
            <pc:sldMk cId="2187078611" sldId="257"/>
            <ac:spMk id="34" creationId="{E9F6F372-60A1-9293-DF48-07AA485B8838}"/>
          </ac:spMkLst>
        </pc:spChg>
        <pc:spChg chg="add del mod">
          <ac:chgData name="Pengchao Yuan" userId="4ffe928363574d08" providerId="LiveId" clId="{DED604EB-8433-4DEB-880E-D1A25F8E7564}" dt="2024-04-15T08:37:33.189" v="1056" actId="478"/>
          <ac:spMkLst>
            <pc:docMk/>
            <pc:sldMk cId="2187078611" sldId="257"/>
            <ac:spMk id="35" creationId="{4D5B3D8C-926B-3CD1-C6B8-8ECE144E1644}"/>
          </ac:spMkLst>
        </pc:spChg>
        <pc:spChg chg="add del mod">
          <ac:chgData name="Pengchao Yuan" userId="4ffe928363574d08" providerId="LiveId" clId="{DED604EB-8433-4DEB-880E-D1A25F8E7564}" dt="2024-04-14T07:11:56.190" v="695" actId="478"/>
          <ac:spMkLst>
            <pc:docMk/>
            <pc:sldMk cId="2187078611" sldId="257"/>
            <ac:spMk id="36" creationId="{A6832723-523D-4D52-7EC9-A098CFFDBE05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41" creationId="{7140F4AD-6351-5654-D1AA-E24D0F74C421}"/>
          </ac:spMkLst>
        </pc:spChg>
        <pc:spChg chg="add del mod">
          <ac:chgData name="Pengchao Yuan" userId="4ffe928363574d08" providerId="LiveId" clId="{DED604EB-8433-4DEB-880E-D1A25F8E7564}" dt="2024-04-15T08:36:47.266" v="1030" actId="478"/>
          <ac:spMkLst>
            <pc:docMk/>
            <pc:sldMk cId="2187078611" sldId="257"/>
            <ac:spMk id="57" creationId="{04C99376-6CC8-A3C7-77AE-6EB3ED19DEA5}"/>
          </ac:spMkLst>
        </pc:spChg>
        <pc:spChg chg="add del mod ord">
          <ac:chgData name="Pengchao Yuan" userId="4ffe928363574d08" providerId="LiveId" clId="{DED604EB-8433-4DEB-880E-D1A25F8E7564}" dt="2024-04-15T11:44:42.791" v="1195" actId="478"/>
          <ac:spMkLst>
            <pc:docMk/>
            <pc:sldMk cId="2187078611" sldId="257"/>
            <ac:spMk id="58" creationId="{01482088-E44E-31AD-5434-B7D448227C98}"/>
          </ac:spMkLst>
        </pc:spChg>
        <pc:spChg chg="add del mod ord">
          <ac:chgData name="Pengchao Yuan" userId="4ffe928363574d08" providerId="LiveId" clId="{DED604EB-8433-4DEB-880E-D1A25F8E7564}" dt="2024-04-15T11:44:42.285" v="1194" actId="478"/>
          <ac:spMkLst>
            <pc:docMk/>
            <pc:sldMk cId="2187078611" sldId="257"/>
            <ac:spMk id="59" creationId="{FFBEE994-71F8-38A4-07F5-B0BD715A1095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61" creationId="{210E5472-1609-0029-A76F-4BC2043CAC58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64" creationId="{6E319707-33B8-E5DF-DC8D-A59426A2CB85}"/>
          </ac:spMkLst>
        </pc:spChg>
        <pc:spChg chg="add del mod">
          <ac:chgData name="Pengchao Yuan" userId="4ffe928363574d08" providerId="LiveId" clId="{DED604EB-8433-4DEB-880E-D1A25F8E7564}" dt="2024-04-15T11:42:54.292" v="1153" actId="478"/>
          <ac:spMkLst>
            <pc:docMk/>
            <pc:sldMk cId="2187078611" sldId="257"/>
            <ac:spMk id="65" creationId="{A452183F-8C21-FA81-D75A-0220850AEC4C}"/>
          </ac:spMkLst>
        </pc:spChg>
        <pc:spChg chg="add del mod">
          <ac:chgData name="Pengchao Yuan" userId="4ffe928363574d08" providerId="LiveId" clId="{DED604EB-8433-4DEB-880E-D1A25F8E7564}" dt="2024-04-15T11:42:56.571" v="1154" actId="478"/>
          <ac:spMkLst>
            <pc:docMk/>
            <pc:sldMk cId="2187078611" sldId="257"/>
            <ac:spMk id="66" creationId="{3E37AF2F-1CC8-CA48-8385-B390B9EE29CC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74" creationId="{9530ADC5-4A6A-4FF9-76B1-8F05ECF4B01C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75" creationId="{F5596D9E-EAE0-8646-50F1-E25AB7875F55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76" creationId="{EA18EDCC-7EAE-2088-57A8-CF33E51EC61C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79" creationId="{E2585ABF-F7D5-B8AB-FF91-F0E44F133E4F}"/>
          </ac:spMkLst>
        </pc:spChg>
        <pc:spChg chg="add del mod">
          <ac:chgData name="Pengchao Yuan" userId="4ffe928363574d08" providerId="LiveId" clId="{DED604EB-8433-4DEB-880E-D1A25F8E7564}" dt="2024-04-15T13:17:18.207" v="1483" actId="1076"/>
          <ac:spMkLst>
            <pc:docMk/>
            <pc:sldMk cId="2187078611" sldId="257"/>
            <ac:spMk id="80" creationId="{E713AF18-C516-F40D-B903-7A4E65902971}"/>
          </ac:spMkLst>
        </pc:spChg>
        <pc:graphicFrameChg chg="add del mod modGraphic">
          <ac:chgData name="Pengchao Yuan" userId="4ffe928363574d08" providerId="LiveId" clId="{DED604EB-8433-4DEB-880E-D1A25F8E7564}" dt="2024-04-15T08:33:27.385" v="910" actId="478"/>
          <ac:graphicFrameMkLst>
            <pc:docMk/>
            <pc:sldMk cId="2187078611" sldId="257"/>
            <ac:graphicFrameMk id="19" creationId="{3DE5D15E-15A0-DEEE-B800-2C05FD24A752}"/>
          </ac:graphicFrameMkLst>
        </pc:graphicFrameChg>
        <pc:graphicFrameChg chg="add del mod modGraphic">
          <ac:chgData name="Pengchao Yuan" userId="4ffe928363574d08" providerId="LiveId" clId="{DED604EB-8433-4DEB-880E-D1A25F8E7564}" dt="2024-04-15T13:17:18.207" v="1483" actId="1076"/>
          <ac:graphicFrameMkLst>
            <pc:docMk/>
            <pc:sldMk cId="2187078611" sldId="257"/>
            <ac:graphicFrameMk id="36" creationId="{4C810F48-E7D9-18EE-71C6-5DA8AEE91649}"/>
          </ac:graphicFrameMkLst>
        </pc:graphicFrameChg>
        <pc:cxnChg chg="add del mod">
          <ac:chgData name="Pengchao Yuan" userId="4ffe928363574d08" providerId="LiveId" clId="{DED604EB-8433-4DEB-880E-D1A25F8E7564}" dt="2024-04-14T07:02:58.054" v="38" actId="478"/>
          <ac:cxnSpMkLst>
            <pc:docMk/>
            <pc:sldMk cId="2187078611" sldId="257"/>
            <ac:cxnSpMk id="13" creationId="{128D0F2B-EFC1-76D2-5499-8DBE2419F81B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23" creationId="{67147D3D-06F4-6771-9CA8-957C4C37F874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24" creationId="{5547AA6B-23AB-0338-C702-48FB37AC4D38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26" creationId="{F2F64868-B794-8175-EEF7-5A9DAAAF6787}"/>
          </ac:cxnSpMkLst>
        </pc:cxnChg>
        <pc:cxnChg chg="add del mod">
          <ac:chgData name="Pengchao Yuan" userId="4ffe928363574d08" providerId="LiveId" clId="{DED604EB-8433-4DEB-880E-D1A25F8E7564}" dt="2024-04-15T11:50:38.998" v="1317" actId="478"/>
          <ac:cxnSpMkLst>
            <pc:docMk/>
            <pc:sldMk cId="2187078611" sldId="257"/>
            <ac:cxnSpMk id="28" creationId="{A4CCED76-430F-C940-3421-DC4DB58F7AE2}"/>
          </ac:cxnSpMkLst>
        </pc:cxnChg>
        <pc:cxnChg chg="add del mod">
          <ac:chgData name="Pengchao Yuan" userId="4ffe928363574d08" providerId="LiveId" clId="{DED604EB-8433-4DEB-880E-D1A25F8E7564}" dt="2024-04-15T08:37:33.189" v="1056" actId="478"/>
          <ac:cxnSpMkLst>
            <pc:docMk/>
            <pc:sldMk cId="2187078611" sldId="257"/>
            <ac:cxnSpMk id="38" creationId="{46816538-B6CE-C3E3-23BE-E95762346620}"/>
          </ac:cxnSpMkLst>
        </pc:cxnChg>
        <pc:cxnChg chg="add del mod">
          <ac:chgData name="Pengchao Yuan" userId="4ffe928363574d08" providerId="LiveId" clId="{DED604EB-8433-4DEB-880E-D1A25F8E7564}" dt="2024-04-15T08:37:33.189" v="1056" actId="478"/>
          <ac:cxnSpMkLst>
            <pc:docMk/>
            <pc:sldMk cId="2187078611" sldId="257"/>
            <ac:cxnSpMk id="39" creationId="{FD6737D1-75CE-419A-8A08-2609269DC49B}"/>
          </ac:cxnSpMkLst>
        </pc:cxnChg>
        <pc:cxnChg chg="add del mod">
          <ac:chgData name="Pengchao Yuan" userId="4ffe928363574d08" providerId="LiveId" clId="{DED604EB-8433-4DEB-880E-D1A25F8E7564}" dt="2024-04-15T08:37:35.056" v="1057" actId="478"/>
          <ac:cxnSpMkLst>
            <pc:docMk/>
            <pc:sldMk cId="2187078611" sldId="257"/>
            <ac:cxnSpMk id="43" creationId="{E777BCF8-680C-AF79-DD32-F875D8B282CC}"/>
          </ac:cxnSpMkLst>
        </pc:cxnChg>
        <pc:cxnChg chg="add del mod">
          <ac:chgData name="Pengchao Yuan" userId="4ffe928363574d08" providerId="LiveId" clId="{DED604EB-8433-4DEB-880E-D1A25F8E7564}" dt="2024-04-14T07:13:12.478" v="711" actId="21"/>
          <ac:cxnSpMkLst>
            <pc:docMk/>
            <pc:sldMk cId="2187078611" sldId="257"/>
            <ac:cxnSpMk id="46" creationId="{AD24EE22-06E6-1C7A-A026-1B776B0C558A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54" creationId="{89B2782D-0385-1054-6672-2760E6938D7D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55" creationId="{83477790-D460-1B14-2630-28E6DB7ABFE4}"/>
          </ac:cxnSpMkLst>
        </pc:cxnChg>
        <pc:cxnChg chg="add del mod">
          <ac:chgData name="Pengchao Yuan" userId="4ffe928363574d08" providerId="LiveId" clId="{DED604EB-8433-4DEB-880E-D1A25F8E7564}" dt="2024-04-15T11:42:51.698" v="1152" actId="478"/>
          <ac:cxnSpMkLst>
            <pc:docMk/>
            <pc:sldMk cId="2187078611" sldId="257"/>
            <ac:cxnSpMk id="61" creationId="{5B381DF6-9F68-D847-5AFC-7DD08BA830B1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67" creationId="{5513858B-34DF-1704-00A2-B8F456A7C2DB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77" creationId="{F3BD7984-7867-0D05-6C21-94903E70A4AE}"/>
          </ac:cxnSpMkLst>
        </pc:cxnChg>
        <pc:cxnChg chg="add mod">
          <ac:chgData name="Pengchao Yuan" userId="4ffe928363574d08" providerId="LiveId" clId="{DED604EB-8433-4DEB-880E-D1A25F8E7564}" dt="2024-04-15T08:42:02.177" v="1126"/>
          <ac:cxnSpMkLst>
            <pc:docMk/>
            <pc:sldMk cId="2187078611" sldId="257"/>
            <ac:cxnSpMk id="78" creationId="{A5455272-A5BB-51FC-246E-8C71692993B2}"/>
          </ac:cxnSpMkLst>
        </pc:cxnChg>
        <pc:cxnChg chg="add del mod">
          <ac:chgData name="Pengchao Yuan" userId="4ffe928363574d08" providerId="LiveId" clId="{DED604EB-8433-4DEB-880E-D1A25F8E7564}" dt="2024-04-15T13:17:18.207" v="1483" actId="1076"/>
          <ac:cxnSpMkLst>
            <pc:docMk/>
            <pc:sldMk cId="2187078611" sldId="257"/>
            <ac:cxnSpMk id="78" creationId="{A74975EA-212C-B561-175E-4CFC5E48BF1B}"/>
          </ac:cxnSpMkLst>
        </pc:cxnChg>
      </pc:sldChg>
      <pc:sldChg chg="modSp add mod">
        <pc:chgData name="Pengchao Yuan" userId="4ffe928363574d08" providerId="LiveId" clId="{DED604EB-8433-4DEB-880E-D1A25F8E7564}" dt="2024-04-15T13:17:05.506" v="1482"/>
        <pc:sldMkLst>
          <pc:docMk/>
          <pc:sldMk cId="3555942632" sldId="258"/>
        </pc:sldMkLst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4" creationId="{F0A4AC63-AA38-D59C-8997-ED381673D7D4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5" creationId="{B73F9A30-CB83-1590-AB83-4EC0B5F86FF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6" creationId="{14031B14-2BD1-BC29-F815-E1BB5B81DE1C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8" creationId="{2D8F2F58-D853-BDA5-5689-6A5B1D127774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9" creationId="{8C212565-5505-A3CC-D4AE-685DF66D497A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0" creationId="{3F195493-FD79-CF26-4EE1-89376A380C48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1" creationId="{226DE5DA-F51E-17D9-CD33-E839D47EA1D9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4" creationId="{DB9F6D69-FB42-38E7-DBB1-BB2E19E14076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5" creationId="{A4EDB764-387F-2EC9-B155-78B38CCCE04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6" creationId="{0BB72CB6-D2B0-B4B2-B648-0F8766A02129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7" creationId="{FC4DD1FE-5428-9C19-73B3-6378A09D9ACF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18" creationId="{43C92086-F075-95E3-684F-73E3747590F7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20" creationId="{F8616BBD-B823-E162-00FD-4DF6B0F4590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21" creationId="{4A507224-09EF-31AC-B8D2-B03FE6A2B8E9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25" creationId="{55614B61-1A2F-5E69-98E1-A63F9977F87A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31" creationId="{02837B33-C064-DB2E-B9D3-987C67E2A3CE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32" creationId="{D7BFBE42-11B9-69E2-D2DD-242B6F9CC468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33" creationId="{DFDE8469-D805-3B6B-2E56-6AFA54C0C190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34" creationId="{E9F6F372-60A1-9293-DF48-07AA485B8838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35" creationId="{4D5B3D8C-926B-3CD1-C6B8-8ECE144E1644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57" creationId="{04C99376-6CC8-A3C7-77AE-6EB3ED19DEA5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58" creationId="{01482088-E44E-31AD-5434-B7D448227C98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k cId="3555942632" sldId="258"/>
            <ac:spMk id="59" creationId="{FFBEE994-71F8-38A4-07F5-B0BD715A1095}"/>
          </ac:spMkLst>
        </pc:spChg>
        <pc:graphicFrameChg chg="mod">
          <ac:chgData name="Pengchao Yuan" userId="4ffe928363574d08" providerId="LiveId" clId="{DED604EB-8433-4DEB-880E-D1A25F8E7564}" dt="2024-04-15T13:17:05.506" v="1482"/>
          <ac:graphicFrameMkLst>
            <pc:docMk/>
            <pc:sldMk cId="3555942632" sldId="258"/>
            <ac:graphicFrameMk id="19" creationId="{3DE5D15E-15A0-DEEE-B800-2C05FD24A752}"/>
          </ac:graphicFrameMkLst>
        </pc:graphicFrame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555942632" sldId="258"/>
            <ac:cxnSpMk id="23" creationId="{67147D3D-06F4-6771-9CA8-957C4C37F874}"/>
          </ac:cxnSpMkLst>
        </pc:cxn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555942632" sldId="258"/>
            <ac:cxnSpMk id="26" creationId="{F2F64868-B794-8175-EEF7-5A9DAAAF6787}"/>
          </ac:cxnSpMkLst>
        </pc:cxn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555942632" sldId="258"/>
            <ac:cxnSpMk id="38" creationId="{46816538-B6CE-C3E3-23BE-E95762346620}"/>
          </ac:cxnSpMkLst>
        </pc:cxn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555942632" sldId="258"/>
            <ac:cxnSpMk id="39" creationId="{FD6737D1-75CE-419A-8A08-2609269DC49B}"/>
          </ac:cxnSpMkLst>
        </pc:cxn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555942632" sldId="258"/>
            <ac:cxnSpMk id="43" creationId="{E777BCF8-680C-AF79-DD32-F875D8B282CC}"/>
          </ac:cxnSpMkLst>
        </pc:cxnChg>
        <pc:cxnChg chg="mod">
          <ac:chgData name="Pengchao Yuan" userId="4ffe928363574d08" providerId="LiveId" clId="{DED604EB-8433-4DEB-880E-D1A25F8E7564}" dt="2024-04-15T13:17:05.506" v="1482"/>
          <ac:cxnSpMkLst>
            <pc:docMk/>
            <pc:sldMk cId="3555942632" sldId="258"/>
            <ac:cxnSpMk id="55" creationId="{83477790-D460-1B14-2630-28E6DB7ABFE4}"/>
          </ac:cxnSpMkLst>
        </pc:cxnChg>
      </pc:sldChg>
      <pc:sldChg chg="addSp delSp modSp new del mod">
        <pc:chgData name="Pengchao Yuan" userId="4ffe928363574d08" providerId="LiveId" clId="{DED604EB-8433-4DEB-880E-D1A25F8E7564}" dt="2024-04-15T13:17:00.381" v="1477" actId="680"/>
        <pc:sldMkLst>
          <pc:docMk/>
          <pc:sldMk cId="3851299853" sldId="259"/>
        </pc:sldMkLst>
        <pc:spChg chg="add del">
          <ac:chgData name="Pengchao Yuan" userId="4ffe928363574d08" providerId="LiveId" clId="{DED604EB-8433-4DEB-880E-D1A25F8E7564}" dt="2024-04-15T13:16:59.611" v="1476" actId="478"/>
          <ac:spMkLst>
            <pc:docMk/>
            <pc:sldMk cId="3851299853" sldId="259"/>
            <ac:spMk id="2" creationId="{71390F09-D8D1-4D7A-68E5-356F62461478}"/>
          </ac:spMkLst>
        </pc:spChg>
        <pc:spChg chg="add del">
          <ac:chgData name="Pengchao Yuan" userId="4ffe928363574d08" providerId="LiveId" clId="{DED604EB-8433-4DEB-880E-D1A25F8E7564}" dt="2024-04-15T13:16:59.611" v="1476" actId="478"/>
          <ac:spMkLst>
            <pc:docMk/>
            <pc:sldMk cId="3851299853" sldId="259"/>
            <ac:spMk id="3" creationId="{0D35BC11-D5A6-12B5-1CFE-CBFF9CB32A67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4" creationId="{F0A4AC63-AA38-D59C-8997-ED381673D7D4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5" creationId="{B73F9A30-CB83-1590-AB83-4EC0B5F86FF0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6" creationId="{14031B14-2BD1-BC29-F815-E1BB5B81DE1C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7" creationId="{854C8F3D-95A3-F3C5-8890-FCE2710602AD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8" creationId="{2D8F2F58-D853-BDA5-5689-6A5B1D127774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9" creationId="{8C212565-5505-A3CC-D4AE-685DF66D497A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10" creationId="{3F195493-FD79-CF26-4EE1-89376A380C48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11" creationId="{226DE5DA-F51E-17D9-CD33-E839D47EA1D9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12" creationId="{A9C582BC-188A-80D2-A548-8D4BF5030E80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14" creationId="{DB9F6D69-FB42-38E7-DBB1-BB2E19E14076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15" creationId="{A4EDB764-387F-2EC9-B155-78B38CCCE040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17" creationId="{FC4DD1FE-5428-9C19-73B3-6378A09D9ACF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21" creationId="{4A507224-09EF-31AC-B8D2-B03FE6A2B8E9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25" creationId="{55614B61-1A2F-5E69-98E1-A63F9977F87A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41" creationId="{7140F4AD-6351-5654-D1AA-E24D0F74C421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61" creationId="{210E5472-1609-0029-A76F-4BC2043CAC58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64" creationId="{6E319707-33B8-E5DF-DC8D-A59426A2CB85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74" creationId="{9530ADC5-4A6A-4FF9-76B1-8F05ECF4B01C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75" creationId="{F5596D9E-EAE0-8646-50F1-E25AB7875F55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76" creationId="{EA18EDCC-7EAE-2088-57A8-CF33E51EC61C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79" creationId="{E2585ABF-F7D5-B8AB-FF91-F0E44F133E4F}"/>
          </ac:spMkLst>
        </pc:spChg>
        <pc:spChg chg="add mod">
          <ac:chgData name="Pengchao Yuan" userId="4ffe928363574d08" providerId="LiveId" clId="{DED604EB-8433-4DEB-880E-D1A25F8E7564}" dt="2024-04-15T13:16:58.698" v="1475"/>
          <ac:spMkLst>
            <pc:docMk/>
            <pc:sldMk cId="3851299853" sldId="259"/>
            <ac:spMk id="80" creationId="{E713AF18-C516-F40D-B903-7A4E65902971}"/>
          </ac:spMkLst>
        </pc:spChg>
        <pc:graphicFrameChg chg="add mod modGraphic">
          <ac:chgData name="Pengchao Yuan" userId="4ffe928363574d08" providerId="LiveId" clId="{DED604EB-8433-4DEB-880E-D1A25F8E7564}" dt="2024-04-15T13:16:58.698" v="1475"/>
          <ac:graphicFrameMkLst>
            <pc:docMk/>
            <pc:sldMk cId="3851299853" sldId="259"/>
            <ac:graphicFrameMk id="36" creationId="{4C810F48-E7D9-18EE-71C6-5DA8AEE91649}"/>
          </ac:graphicFrameMkLst>
        </pc:graphicFrame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23" creationId="{67147D3D-06F4-6771-9CA8-957C4C37F874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24" creationId="{5547AA6B-23AB-0338-C702-48FB37AC4D38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26" creationId="{F2F64868-B794-8175-EEF7-5A9DAAAF6787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54" creationId="{89B2782D-0385-1054-6672-2760E6938D7D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55" creationId="{83477790-D460-1B14-2630-28E6DB7ABFE4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67" creationId="{5513858B-34DF-1704-00A2-B8F456A7C2DB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77" creationId="{F3BD7984-7867-0D05-6C21-94903E70A4AE}"/>
          </ac:cxnSpMkLst>
        </pc:cxnChg>
        <pc:cxnChg chg="add mod">
          <ac:chgData name="Pengchao Yuan" userId="4ffe928363574d08" providerId="LiveId" clId="{DED604EB-8433-4DEB-880E-D1A25F8E7564}" dt="2024-04-15T13:16:58.698" v="1475"/>
          <ac:cxnSpMkLst>
            <pc:docMk/>
            <pc:sldMk cId="3851299853" sldId="259"/>
            <ac:cxnSpMk id="78" creationId="{A74975EA-212C-B561-175E-4CFC5E48BF1B}"/>
          </ac:cxnSpMkLst>
        </pc:cxnChg>
      </pc:sldChg>
      <pc:sldMasterChg chg="modSp modSldLayout">
        <pc:chgData name="Pengchao Yuan" userId="4ffe928363574d08" providerId="LiveId" clId="{DED604EB-8433-4DEB-880E-D1A25F8E7564}" dt="2024-04-15T13:17:05.506" v="1482"/>
        <pc:sldMasterMkLst>
          <pc:docMk/>
          <pc:sldMasterMk cId="704248818" sldId="2147483648"/>
        </pc:sldMasterMkLst>
        <pc:spChg chg="mod">
          <ac:chgData name="Pengchao Yuan" userId="4ffe928363574d08" providerId="LiveId" clId="{DED604EB-8433-4DEB-880E-D1A25F8E7564}" dt="2024-04-15T13:17:05.506" v="1482"/>
          <ac:spMkLst>
            <pc:docMk/>
            <pc:sldMasterMk cId="704248818" sldId="2147483648"/>
            <ac:spMk id="2" creationId="{6D252BFE-4199-3E3C-14A0-9D870C2371D9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asterMk cId="704248818" sldId="2147483648"/>
            <ac:spMk id="3" creationId="{6FB676B2-7D7B-5E37-7750-15A7640768DA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asterMk cId="704248818" sldId="2147483648"/>
            <ac:spMk id="4" creationId="{9108DE5A-B77C-6D0A-1F9E-20C554AB11F1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asterMk cId="704248818" sldId="2147483648"/>
            <ac:spMk id="5" creationId="{6CF0F98A-FD7A-2E14-4892-901AFFFE263F}"/>
          </ac:spMkLst>
        </pc:spChg>
        <pc:spChg chg="mod">
          <ac:chgData name="Pengchao Yuan" userId="4ffe928363574d08" providerId="LiveId" clId="{DED604EB-8433-4DEB-880E-D1A25F8E7564}" dt="2024-04-15T13:17:05.506" v="1482"/>
          <ac:spMkLst>
            <pc:docMk/>
            <pc:sldMasterMk cId="704248818" sldId="2147483648"/>
            <ac:spMk id="6" creationId="{E1A06704-54EB-5CF7-1287-6E6A9B334E93}"/>
          </ac:spMkLst>
        </pc:sp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870427341" sldId="2147483649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870427341" sldId="2147483649"/>
              <ac:spMk id="2" creationId="{B4688A26-371E-C878-7686-B111D1BB1D90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870427341" sldId="2147483649"/>
              <ac:spMk id="3" creationId="{729E4FC5-DAD1-E133-A9BD-11B5ECB7478C}"/>
            </ac:spMkLst>
          </pc:spChg>
        </pc:sldLayout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3811748045" sldId="2147483651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811748045" sldId="2147483651"/>
              <ac:spMk id="2" creationId="{F1E0C322-CFDF-B393-D6E6-54DC0B2B3D9F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811748045" sldId="2147483651"/>
              <ac:spMk id="3" creationId="{AABA30AC-AED3-6B4F-7C8E-5D6B04B44775}"/>
            </ac:spMkLst>
          </pc:spChg>
        </pc:sldLayout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661558673" sldId="2147483652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661558673" sldId="2147483652"/>
              <ac:spMk id="3" creationId="{95852152-C903-DB5B-CFC3-C7DB74FCC15A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661558673" sldId="2147483652"/>
              <ac:spMk id="4" creationId="{80B279E8-27DC-6B75-D2AE-DA5BD031AAAB}"/>
            </ac:spMkLst>
          </pc:spChg>
        </pc:sldLayout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1468498425" sldId="2147483653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1468498425" sldId="2147483653"/>
              <ac:spMk id="2" creationId="{E1EA4297-D11B-D45E-9B4C-E518DA492E02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1468498425" sldId="2147483653"/>
              <ac:spMk id="3" creationId="{CC9B96F3-6284-1C9C-A9B7-7D794A8EDB34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1468498425" sldId="2147483653"/>
              <ac:spMk id="4" creationId="{CBCF68E5-7B66-533C-08DE-E2765D030D88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1468498425" sldId="2147483653"/>
              <ac:spMk id="5" creationId="{A36ED9E6-958E-A075-0062-96DCCB0CFE95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1468498425" sldId="2147483653"/>
              <ac:spMk id="6" creationId="{25352196-6CDB-606F-0472-0AE6012343D9}"/>
            </ac:spMkLst>
          </pc:spChg>
        </pc:sldLayout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2246146092" sldId="2147483656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2246146092" sldId="2147483656"/>
              <ac:spMk id="2" creationId="{9A24DFAD-10A2-8859-B18A-CD63A90F703D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2246146092" sldId="2147483656"/>
              <ac:spMk id="3" creationId="{31483F73-7F78-0BCD-5BEC-36391B93C671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2246146092" sldId="2147483656"/>
              <ac:spMk id="4" creationId="{512498DE-3095-2C2D-5BE4-F715075C911D}"/>
            </ac:spMkLst>
          </pc:spChg>
        </pc:sldLayout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3989192657" sldId="2147483657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989192657" sldId="2147483657"/>
              <ac:spMk id="2" creationId="{2D70D1FC-D112-B91E-9A1F-779F0D4C9F61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989192657" sldId="2147483657"/>
              <ac:spMk id="3" creationId="{CAEB96CB-4E3C-43C7-9B8B-D54E99E592F7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989192657" sldId="2147483657"/>
              <ac:spMk id="4" creationId="{3FD3E4C2-74FC-2EF1-1FC9-EAE32AA5413B}"/>
            </ac:spMkLst>
          </pc:spChg>
        </pc:sldLayoutChg>
        <pc:sldLayoutChg chg="modSp">
          <pc:chgData name="Pengchao Yuan" userId="4ffe928363574d08" providerId="LiveId" clId="{DED604EB-8433-4DEB-880E-D1A25F8E7564}" dt="2024-04-15T13:17:05.506" v="1482"/>
          <pc:sldLayoutMkLst>
            <pc:docMk/>
            <pc:sldMasterMk cId="704248818" sldId="2147483648"/>
            <pc:sldLayoutMk cId="345145558" sldId="2147483659"/>
          </pc:sldLayoutMkLst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45145558" sldId="2147483659"/>
              <ac:spMk id="2" creationId="{9CCF5E4F-CABD-3ECB-5D17-3AD3346BDE28}"/>
            </ac:spMkLst>
          </pc:spChg>
          <pc:spChg chg="mod">
            <ac:chgData name="Pengchao Yuan" userId="4ffe928363574d08" providerId="LiveId" clId="{DED604EB-8433-4DEB-880E-D1A25F8E7564}" dt="2024-04-15T13:17:05.506" v="1482"/>
            <ac:spMkLst>
              <pc:docMk/>
              <pc:sldMasterMk cId="704248818" sldId="2147483648"/>
              <pc:sldLayoutMk cId="345145558" sldId="2147483659"/>
              <ac:spMk id="3" creationId="{3D31E6C2-AB5E-1AC0-6FD1-8058D94FB526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8.698" v="1475"/>
        <pc:sldMasterMkLst>
          <pc:docMk/>
          <pc:sldMasterMk cId="4247332280" sldId="2147483660"/>
        </pc:sldMasterMkLst>
        <pc:spChg chg="mod">
          <ac:chgData name="Pengchao Yuan" userId="4ffe928363574d08" providerId="LiveId" clId="{DED604EB-8433-4DEB-880E-D1A25F8E7564}" dt="2024-04-15T13:16:58.698" v="1475"/>
          <ac:spMkLst>
            <pc:docMk/>
            <pc:sldMasterMk cId="4247332280" sldId="2147483660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698" v="1475"/>
          <ac:spMkLst>
            <pc:docMk/>
            <pc:sldMasterMk cId="4247332280" sldId="2147483660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698" v="1475"/>
          <ac:spMkLst>
            <pc:docMk/>
            <pc:sldMasterMk cId="4247332280" sldId="2147483660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698" v="1475"/>
          <ac:spMkLst>
            <pc:docMk/>
            <pc:sldMasterMk cId="4247332280" sldId="2147483660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698" v="1475"/>
          <ac:spMkLst>
            <pc:docMk/>
            <pc:sldMasterMk cId="4247332280" sldId="2147483660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3491387925" sldId="2147483661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491387925" sldId="214748366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491387925" sldId="2147483661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1353611883" sldId="2147483663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353611883" sldId="214748366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353611883" sldId="2147483663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2430215808" sldId="2147483664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2430215808" sldId="2147483664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2430215808" sldId="2147483664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1631410027" sldId="2147483665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631410027" sldId="214748366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631410027" sldId="2147483665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631410027" sldId="2147483665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631410027" sldId="2147483665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1631410027" sldId="2147483665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3190872214" sldId="2147483668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190872214" sldId="2147483668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190872214" sldId="2147483668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190872214" sldId="2147483668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2384250261" sldId="2147483669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2384250261" sldId="214748366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2384250261" sldId="2147483669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2384250261" sldId="2147483669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698" v="1475"/>
          <pc:sldLayoutMkLst>
            <pc:docMk/>
            <pc:sldMasterMk cId="4247332280" sldId="2147483660"/>
            <pc:sldLayoutMk cId="3166233502" sldId="2147483671"/>
          </pc:sldLayoutMkLst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166233502" sldId="214748367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698" v="1475"/>
            <ac:spMkLst>
              <pc:docMk/>
              <pc:sldMasterMk cId="4247332280" sldId="2147483660"/>
              <pc:sldLayoutMk cId="3166233502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8.004" v="1474"/>
        <pc:sldMasterMkLst>
          <pc:docMk/>
          <pc:sldMasterMk cId="2780445280" sldId="2147483672"/>
        </pc:sldMasterMkLst>
        <pc:spChg chg="mod">
          <ac:chgData name="Pengchao Yuan" userId="4ffe928363574d08" providerId="LiveId" clId="{DED604EB-8433-4DEB-880E-D1A25F8E7564}" dt="2024-04-15T13:16:58.004" v="1474"/>
          <ac:spMkLst>
            <pc:docMk/>
            <pc:sldMasterMk cId="2780445280" sldId="2147483672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004" v="1474"/>
          <ac:spMkLst>
            <pc:docMk/>
            <pc:sldMasterMk cId="2780445280" sldId="2147483672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004" v="1474"/>
          <ac:spMkLst>
            <pc:docMk/>
            <pc:sldMasterMk cId="2780445280" sldId="2147483672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004" v="1474"/>
          <ac:spMkLst>
            <pc:docMk/>
            <pc:sldMasterMk cId="2780445280" sldId="2147483672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8.004" v="1474"/>
          <ac:spMkLst>
            <pc:docMk/>
            <pc:sldMasterMk cId="2780445280" sldId="2147483672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1007808961" sldId="2147483673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1007808961" sldId="214748367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1007808961" sldId="2147483673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3278559281" sldId="2147483675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3278559281" sldId="214748367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3278559281" sldId="2147483675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3943443965" sldId="2147483676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3943443965" sldId="2147483676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3943443965" sldId="2147483676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4130570215" sldId="2147483677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130570215" sldId="214748367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130570215" sldId="2147483677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130570215" sldId="2147483677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130570215" sldId="2147483677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130570215" sldId="2147483677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963981406" sldId="2147483680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963981406" sldId="2147483680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963981406" sldId="2147483680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963981406" sldId="2147483680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4356660" sldId="2147483681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356660" sldId="214748368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356660" sldId="2147483681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4356660" sldId="2147483681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8.004" v="1474"/>
          <pc:sldLayoutMkLst>
            <pc:docMk/>
            <pc:sldMasterMk cId="2780445280" sldId="2147483672"/>
            <pc:sldLayoutMk cId="1922643968" sldId="2147483683"/>
          </pc:sldLayoutMkLst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1922643968" sldId="214748368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8.004" v="1474"/>
            <ac:spMkLst>
              <pc:docMk/>
              <pc:sldMasterMk cId="2780445280" sldId="2147483672"/>
              <pc:sldLayoutMk cId="1922643968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6.777" v="1473"/>
        <pc:sldMasterMkLst>
          <pc:docMk/>
          <pc:sldMasterMk cId="3717431400" sldId="2147483684"/>
        </pc:sldMasterMkLst>
        <pc:spChg chg="mod">
          <ac:chgData name="Pengchao Yuan" userId="4ffe928363574d08" providerId="LiveId" clId="{DED604EB-8433-4DEB-880E-D1A25F8E7564}" dt="2024-04-15T13:16:56.777" v="1473"/>
          <ac:spMkLst>
            <pc:docMk/>
            <pc:sldMasterMk cId="3717431400" sldId="2147483684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777" v="1473"/>
          <ac:spMkLst>
            <pc:docMk/>
            <pc:sldMasterMk cId="3717431400" sldId="2147483684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777" v="1473"/>
          <ac:spMkLst>
            <pc:docMk/>
            <pc:sldMasterMk cId="3717431400" sldId="2147483684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777" v="1473"/>
          <ac:spMkLst>
            <pc:docMk/>
            <pc:sldMasterMk cId="3717431400" sldId="2147483684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777" v="1473"/>
          <ac:spMkLst>
            <pc:docMk/>
            <pc:sldMasterMk cId="3717431400" sldId="2147483684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1865913717" sldId="2147483685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865913717" sldId="214748368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865913717" sldId="2147483685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2572565950" sldId="2147483687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572565950" sldId="214748368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572565950" sldId="2147483687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3372459771" sldId="2147483688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3372459771" sldId="2147483688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3372459771" sldId="2147483688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2663031138" sldId="2147483689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663031138" sldId="214748368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663031138" sldId="2147483689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663031138" sldId="2147483689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663031138" sldId="2147483689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2663031138" sldId="2147483689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1114915097" sldId="2147483692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114915097" sldId="2147483692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114915097" sldId="2147483692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114915097" sldId="2147483692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398199792" sldId="2147483693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398199792" sldId="214748369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398199792" sldId="2147483693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398199792" sldId="2147483693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777" v="1473"/>
          <pc:sldLayoutMkLst>
            <pc:docMk/>
            <pc:sldMasterMk cId="3717431400" sldId="2147483684"/>
            <pc:sldLayoutMk cId="1382754166" sldId="2147483695"/>
          </pc:sldLayoutMkLst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382754166" sldId="214748369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777" v="1473"/>
            <ac:spMkLst>
              <pc:docMk/>
              <pc:sldMasterMk cId="3717431400" sldId="2147483684"/>
              <pc:sldLayoutMk cId="1382754166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6.275" v="1472"/>
        <pc:sldMasterMkLst>
          <pc:docMk/>
          <pc:sldMasterMk cId="1249512028" sldId="2147483696"/>
        </pc:sldMasterMkLst>
        <pc:spChg chg="mod">
          <ac:chgData name="Pengchao Yuan" userId="4ffe928363574d08" providerId="LiveId" clId="{DED604EB-8433-4DEB-880E-D1A25F8E7564}" dt="2024-04-15T13:16:56.275" v="1472"/>
          <ac:spMkLst>
            <pc:docMk/>
            <pc:sldMasterMk cId="1249512028" sldId="2147483696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275" v="1472"/>
          <ac:spMkLst>
            <pc:docMk/>
            <pc:sldMasterMk cId="1249512028" sldId="2147483696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275" v="1472"/>
          <ac:spMkLst>
            <pc:docMk/>
            <pc:sldMasterMk cId="1249512028" sldId="2147483696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275" v="1472"/>
          <ac:spMkLst>
            <pc:docMk/>
            <pc:sldMasterMk cId="1249512028" sldId="2147483696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6.275" v="1472"/>
          <ac:spMkLst>
            <pc:docMk/>
            <pc:sldMasterMk cId="1249512028" sldId="2147483696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3438192845" sldId="2147483697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438192845" sldId="214748369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438192845" sldId="2147483697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75999256" sldId="2147483699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5999256" sldId="214748369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5999256" sldId="2147483699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2484238165" sldId="2147483700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2484238165" sldId="2147483700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2484238165" sldId="2147483700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735896631" sldId="2147483701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35896631" sldId="214748370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35896631" sldId="2147483701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35896631" sldId="2147483701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35896631" sldId="2147483701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735896631" sldId="2147483701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3585642189" sldId="2147483704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585642189" sldId="2147483704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585642189" sldId="2147483704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585642189" sldId="2147483704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3873725988" sldId="2147483705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873725988" sldId="214748370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873725988" sldId="2147483705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3873725988" sldId="2147483705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6.275" v="1472"/>
          <pc:sldLayoutMkLst>
            <pc:docMk/>
            <pc:sldMasterMk cId="1249512028" sldId="2147483696"/>
            <pc:sldLayoutMk cId="2903652765" sldId="2147483707"/>
          </pc:sldLayoutMkLst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2903652765" sldId="214748370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6.275" v="1472"/>
            <ac:spMkLst>
              <pc:docMk/>
              <pc:sldMasterMk cId="1249512028" sldId="2147483696"/>
              <pc:sldLayoutMk cId="2903652765" sldId="2147483707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5.470" v="1470"/>
        <pc:sldMasterMkLst>
          <pc:docMk/>
          <pc:sldMasterMk cId="3956458971" sldId="2147483708"/>
        </pc:sldMasterMkLst>
        <pc:spChg chg="mod">
          <ac:chgData name="Pengchao Yuan" userId="4ffe928363574d08" providerId="LiveId" clId="{DED604EB-8433-4DEB-880E-D1A25F8E7564}" dt="2024-04-15T13:16:55.470" v="1470"/>
          <ac:spMkLst>
            <pc:docMk/>
            <pc:sldMasterMk cId="3956458971" sldId="2147483708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470" v="1470"/>
          <ac:spMkLst>
            <pc:docMk/>
            <pc:sldMasterMk cId="3956458971" sldId="2147483708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470" v="1470"/>
          <ac:spMkLst>
            <pc:docMk/>
            <pc:sldMasterMk cId="3956458971" sldId="2147483708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470" v="1470"/>
          <ac:spMkLst>
            <pc:docMk/>
            <pc:sldMasterMk cId="3956458971" sldId="2147483708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470" v="1470"/>
          <ac:spMkLst>
            <pc:docMk/>
            <pc:sldMasterMk cId="3956458971" sldId="2147483708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1086426894" sldId="2147483709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1086426894" sldId="214748370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1086426894" sldId="2147483709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1629229325" sldId="2147483711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1629229325" sldId="214748371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1629229325" sldId="2147483711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3081489450" sldId="2147483712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081489450" sldId="2147483712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081489450" sldId="2147483712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668673807" sldId="2147483713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668673807" sldId="214748371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668673807" sldId="2147483713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668673807" sldId="2147483713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668673807" sldId="2147483713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668673807" sldId="2147483713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313848315" sldId="2147483716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13848315" sldId="2147483716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13848315" sldId="2147483716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13848315" sldId="2147483716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3835633717" sldId="2147483717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835633717" sldId="214748371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835633717" sldId="2147483717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835633717" sldId="2147483717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470" v="1470"/>
          <pc:sldLayoutMkLst>
            <pc:docMk/>
            <pc:sldMasterMk cId="3956458971" sldId="2147483708"/>
            <pc:sldLayoutMk cId="3807916335" sldId="2147483719"/>
          </pc:sldLayoutMkLst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807916335" sldId="214748371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470" v="1470"/>
            <ac:spMkLst>
              <pc:docMk/>
              <pc:sldMasterMk cId="3956458971" sldId="2147483708"/>
              <pc:sldLayoutMk cId="3807916335" sldId="2147483719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5.128" v="1469"/>
        <pc:sldMasterMkLst>
          <pc:docMk/>
          <pc:sldMasterMk cId="3246612573" sldId="2147483720"/>
        </pc:sldMasterMkLst>
        <pc:spChg chg="mod">
          <ac:chgData name="Pengchao Yuan" userId="4ffe928363574d08" providerId="LiveId" clId="{DED604EB-8433-4DEB-880E-D1A25F8E7564}" dt="2024-04-15T13:16:55.128" v="1469"/>
          <ac:spMkLst>
            <pc:docMk/>
            <pc:sldMasterMk cId="3246612573" sldId="2147483720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128" v="1469"/>
          <ac:spMkLst>
            <pc:docMk/>
            <pc:sldMasterMk cId="3246612573" sldId="2147483720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128" v="1469"/>
          <ac:spMkLst>
            <pc:docMk/>
            <pc:sldMasterMk cId="3246612573" sldId="2147483720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128" v="1469"/>
          <ac:spMkLst>
            <pc:docMk/>
            <pc:sldMasterMk cId="3246612573" sldId="2147483720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5.128" v="1469"/>
          <ac:spMkLst>
            <pc:docMk/>
            <pc:sldMasterMk cId="3246612573" sldId="2147483720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3912835694" sldId="2147483721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912835694" sldId="214748372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912835694" sldId="2147483721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3858923474" sldId="2147483723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858923474" sldId="214748372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858923474" sldId="2147483723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2807419334" sldId="2147483724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2807419334" sldId="2147483724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2807419334" sldId="2147483724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3169250147" sldId="2147483725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169250147" sldId="214748372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169250147" sldId="2147483725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169250147" sldId="2147483725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169250147" sldId="2147483725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3169250147" sldId="2147483725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434112450" sldId="2147483728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434112450" sldId="2147483728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434112450" sldId="2147483728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434112450" sldId="2147483728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4209120367" sldId="2147483729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4209120367" sldId="214748372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4209120367" sldId="2147483729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4209120367" sldId="2147483729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5.128" v="1469"/>
          <pc:sldLayoutMkLst>
            <pc:docMk/>
            <pc:sldMasterMk cId="3246612573" sldId="2147483720"/>
            <pc:sldLayoutMk cId="1563980789" sldId="2147483731"/>
          </pc:sldLayoutMkLst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1563980789" sldId="214748373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5.128" v="1469"/>
            <ac:spMkLst>
              <pc:docMk/>
              <pc:sldMasterMk cId="3246612573" sldId="2147483720"/>
              <pc:sldLayoutMk cId="1563980789" sldId="2147483731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4.824" v="1468"/>
        <pc:sldMasterMkLst>
          <pc:docMk/>
          <pc:sldMasterMk cId="3552757666" sldId="2147483732"/>
        </pc:sldMasterMkLst>
        <pc:spChg chg="mod">
          <ac:chgData name="Pengchao Yuan" userId="4ffe928363574d08" providerId="LiveId" clId="{DED604EB-8433-4DEB-880E-D1A25F8E7564}" dt="2024-04-15T13:16:54.824" v="1468"/>
          <ac:spMkLst>
            <pc:docMk/>
            <pc:sldMasterMk cId="3552757666" sldId="2147483732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824" v="1468"/>
          <ac:spMkLst>
            <pc:docMk/>
            <pc:sldMasterMk cId="3552757666" sldId="2147483732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824" v="1468"/>
          <ac:spMkLst>
            <pc:docMk/>
            <pc:sldMasterMk cId="3552757666" sldId="2147483732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824" v="1468"/>
          <ac:spMkLst>
            <pc:docMk/>
            <pc:sldMasterMk cId="3552757666" sldId="2147483732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824" v="1468"/>
          <ac:spMkLst>
            <pc:docMk/>
            <pc:sldMasterMk cId="3552757666" sldId="2147483732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3603940074" sldId="2147483733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603940074" sldId="214748373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603940074" sldId="2147483733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858350171" sldId="2147483735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858350171" sldId="214748373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858350171" sldId="2147483735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4278774126" sldId="2147483736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78774126" sldId="2147483736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78774126" sldId="2147483736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4256747703" sldId="2147483737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56747703" sldId="214748373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56747703" sldId="2147483737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56747703" sldId="2147483737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56747703" sldId="2147483737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56747703" sldId="2147483737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3087790438" sldId="2147483740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087790438" sldId="2147483740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087790438" sldId="2147483740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087790438" sldId="2147483740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3270716276" sldId="2147483741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270716276" sldId="214748374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270716276" sldId="2147483741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3270716276" sldId="2147483741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824" v="1468"/>
          <pc:sldLayoutMkLst>
            <pc:docMk/>
            <pc:sldMasterMk cId="3552757666" sldId="2147483732"/>
            <pc:sldLayoutMk cId="424891068" sldId="2147483743"/>
          </pc:sldLayoutMkLst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4891068" sldId="214748374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824" v="1468"/>
            <ac:spMkLst>
              <pc:docMk/>
              <pc:sldMasterMk cId="3552757666" sldId="2147483732"/>
              <pc:sldLayoutMk cId="424891068" sldId="2147483743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4.592" v="1467"/>
        <pc:sldMasterMkLst>
          <pc:docMk/>
          <pc:sldMasterMk cId="853872847" sldId="2147483744"/>
        </pc:sldMasterMkLst>
        <pc:spChg chg="mod">
          <ac:chgData name="Pengchao Yuan" userId="4ffe928363574d08" providerId="LiveId" clId="{DED604EB-8433-4DEB-880E-D1A25F8E7564}" dt="2024-04-15T13:16:54.592" v="1467"/>
          <ac:spMkLst>
            <pc:docMk/>
            <pc:sldMasterMk cId="853872847" sldId="2147483744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592" v="1467"/>
          <ac:spMkLst>
            <pc:docMk/>
            <pc:sldMasterMk cId="853872847" sldId="2147483744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592" v="1467"/>
          <ac:spMkLst>
            <pc:docMk/>
            <pc:sldMasterMk cId="853872847" sldId="2147483744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592" v="1467"/>
          <ac:spMkLst>
            <pc:docMk/>
            <pc:sldMasterMk cId="853872847" sldId="2147483744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592" v="1467"/>
          <ac:spMkLst>
            <pc:docMk/>
            <pc:sldMasterMk cId="853872847" sldId="2147483744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3772898929" sldId="2147483745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772898929" sldId="214748374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772898929" sldId="2147483745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135628928" sldId="2147483747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135628928" sldId="214748374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135628928" sldId="2147483747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2819694274" sldId="2147483748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819694274" sldId="2147483748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819694274" sldId="2147483748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2241157026" sldId="2147483749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241157026" sldId="214748374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241157026" sldId="2147483749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241157026" sldId="2147483749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241157026" sldId="2147483749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2241157026" sldId="2147483749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3221454256" sldId="2147483752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221454256" sldId="2147483752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221454256" sldId="2147483752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221454256" sldId="2147483752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3445503422" sldId="2147483753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445503422" sldId="2147483753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445503422" sldId="2147483753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445503422" sldId="2147483753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592" v="1467"/>
          <pc:sldLayoutMkLst>
            <pc:docMk/>
            <pc:sldMasterMk cId="853872847" sldId="2147483744"/>
            <pc:sldLayoutMk cId="3838443912" sldId="2147483755"/>
          </pc:sldLayoutMkLst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838443912" sldId="214748375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592" v="1467"/>
            <ac:spMkLst>
              <pc:docMk/>
              <pc:sldMasterMk cId="853872847" sldId="2147483744"/>
              <pc:sldLayoutMk cId="3838443912" sldId="2147483755"/>
              <ac:spMk id="3" creationId="{00000000-0000-0000-0000-000000000000}"/>
            </ac:spMkLst>
          </pc:spChg>
        </pc:sldLayoutChg>
      </pc:sldMasterChg>
      <pc:sldMasterChg chg="modSp modSldLayout">
        <pc:chgData name="Pengchao Yuan" userId="4ffe928363574d08" providerId="LiveId" clId="{DED604EB-8433-4DEB-880E-D1A25F8E7564}" dt="2024-04-15T13:16:54.155" v="1465"/>
        <pc:sldMasterMkLst>
          <pc:docMk/>
          <pc:sldMasterMk cId="435271941" sldId="2147483756"/>
        </pc:sldMasterMkLst>
        <pc:spChg chg="mod">
          <ac:chgData name="Pengchao Yuan" userId="4ffe928363574d08" providerId="LiveId" clId="{DED604EB-8433-4DEB-880E-D1A25F8E7564}" dt="2024-04-15T13:16:54.155" v="1465"/>
          <ac:spMkLst>
            <pc:docMk/>
            <pc:sldMasterMk cId="435271941" sldId="2147483756"/>
            <ac:spMk id="2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155" v="1465"/>
          <ac:spMkLst>
            <pc:docMk/>
            <pc:sldMasterMk cId="435271941" sldId="2147483756"/>
            <ac:spMk id="3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155" v="1465"/>
          <ac:spMkLst>
            <pc:docMk/>
            <pc:sldMasterMk cId="435271941" sldId="2147483756"/>
            <ac:spMk id="4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155" v="1465"/>
          <ac:spMkLst>
            <pc:docMk/>
            <pc:sldMasterMk cId="435271941" sldId="2147483756"/>
            <ac:spMk id="5" creationId="{00000000-0000-0000-0000-000000000000}"/>
          </ac:spMkLst>
        </pc:spChg>
        <pc:spChg chg="mod">
          <ac:chgData name="Pengchao Yuan" userId="4ffe928363574d08" providerId="LiveId" clId="{DED604EB-8433-4DEB-880E-D1A25F8E7564}" dt="2024-04-15T13:16:54.155" v="1465"/>
          <ac:spMkLst>
            <pc:docMk/>
            <pc:sldMasterMk cId="435271941" sldId="2147483756"/>
            <ac:spMk id="6" creationId="{00000000-0000-0000-0000-000000000000}"/>
          </ac:spMkLst>
        </pc:sp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1220544753" sldId="2147483757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220544753" sldId="214748375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220544753" sldId="2147483757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2220164698" sldId="2147483759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2220164698" sldId="2147483759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2220164698" sldId="2147483759"/>
              <ac:spMk id="3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1908014335" sldId="2147483760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908014335" sldId="2147483760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908014335" sldId="2147483760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942494919" sldId="2147483761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942494919" sldId="2147483761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942494919" sldId="2147483761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942494919" sldId="2147483761"/>
              <ac:spMk id="4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942494919" sldId="2147483761"/>
              <ac:spMk id="5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942494919" sldId="2147483761"/>
              <ac:spMk id="6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1202996164" sldId="2147483764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202996164" sldId="2147483764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202996164" sldId="2147483764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202996164" sldId="2147483764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66997928" sldId="2147483765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66997928" sldId="2147483765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66997928" sldId="2147483765"/>
              <ac:spMk id="3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66997928" sldId="2147483765"/>
              <ac:spMk id="4" creationId="{00000000-0000-0000-0000-000000000000}"/>
            </ac:spMkLst>
          </pc:spChg>
        </pc:sldLayoutChg>
        <pc:sldLayoutChg chg="modSp">
          <pc:chgData name="Pengchao Yuan" userId="4ffe928363574d08" providerId="LiveId" clId="{DED604EB-8433-4DEB-880E-D1A25F8E7564}" dt="2024-04-15T13:16:54.155" v="1465"/>
          <pc:sldLayoutMkLst>
            <pc:docMk/>
            <pc:sldMasterMk cId="435271941" sldId="2147483756"/>
            <pc:sldLayoutMk cId="1575048068" sldId="2147483767"/>
          </pc:sldLayoutMkLst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575048068" sldId="2147483767"/>
              <ac:spMk id="2" creationId="{00000000-0000-0000-0000-000000000000}"/>
            </ac:spMkLst>
          </pc:spChg>
          <pc:spChg chg="mod">
            <ac:chgData name="Pengchao Yuan" userId="4ffe928363574d08" providerId="LiveId" clId="{DED604EB-8433-4DEB-880E-D1A25F8E7564}" dt="2024-04-15T13:16:54.155" v="1465"/>
            <ac:spMkLst>
              <pc:docMk/>
              <pc:sldMasterMk cId="435271941" sldId="2147483756"/>
              <pc:sldLayoutMk cId="1575048068" sldId="2147483767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8A26-371E-C878-7686-B111D1BB1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E4FC5-DAD1-E133-A9BD-11B5ECB74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4" indent="0" algn="ctr">
              <a:buNone/>
              <a:defRPr sz="2000"/>
            </a:lvl2pPr>
            <a:lvl3pPr marL="914368" indent="0" algn="ctr">
              <a:buNone/>
              <a:defRPr sz="1800"/>
            </a:lvl3pPr>
            <a:lvl4pPr marL="1371552" indent="0" algn="ctr">
              <a:buNone/>
              <a:defRPr sz="1600"/>
            </a:lvl4pPr>
            <a:lvl5pPr marL="1828736" indent="0" algn="ctr">
              <a:buNone/>
              <a:defRPr sz="1600"/>
            </a:lvl5pPr>
            <a:lvl6pPr marL="2285920" indent="0" algn="ctr">
              <a:buNone/>
              <a:defRPr sz="1600"/>
            </a:lvl6pPr>
            <a:lvl7pPr marL="2743104" indent="0" algn="ctr">
              <a:buNone/>
              <a:defRPr sz="1600"/>
            </a:lvl7pPr>
            <a:lvl8pPr marL="3200288" indent="0" algn="ctr">
              <a:buNone/>
              <a:defRPr sz="1600"/>
            </a:lvl8pPr>
            <a:lvl9pPr marL="365747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88686-25B2-CFBD-9FC3-E841F601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340D6-C456-F59E-EC49-627D82E9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6C18E-26D7-A46D-B90F-62D9C192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2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EE1C-63B9-5A08-6862-36771FEF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C3302-C732-0E8D-DE0B-D6DAFF9F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69AD-DC59-255C-4B55-6FA010B1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1BCE-FF34-0ACA-5D41-85E893D3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BCA53-05E2-98AF-F8B1-CEE68577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C322-CFDF-B393-D6E6-54DC0B2B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A30AC-AED3-6B4F-7C8E-5D6B04B44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A4378-E4CD-A3F6-F4F9-6FC69C67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1939-BFBB-8824-5CF5-35669DCC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27F08-4597-A7D1-BBEC-53CEAD82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4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5740-AF04-5E23-5FF8-257CB79F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2152-C903-DB5B-CFC3-C7DB74FCC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279E8-27DC-6B75-D2AE-DA5BD031A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B9F53-A0FF-A3A4-ED56-04D0280B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657BA-77B9-0700-C83C-FA6211A8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88DEC-DFF5-6F49-6C33-50DF12A3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5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297-D11B-D45E-9B4C-E518DA49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B96F3-6284-1C9C-A9B7-7D794A8ED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4" indent="0">
              <a:buNone/>
              <a:defRPr sz="2000" b="1"/>
            </a:lvl2pPr>
            <a:lvl3pPr marL="914368" indent="0">
              <a:buNone/>
              <a:defRPr sz="1800" b="1"/>
            </a:lvl3pPr>
            <a:lvl4pPr marL="1371552" indent="0">
              <a:buNone/>
              <a:defRPr sz="1600" b="1"/>
            </a:lvl4pPr>
            <a:lvl5pPr marL="1828736" indent="0">
              <a:buNone/>
              <a:defRPr sz="1600" b="1"/>
            </a:lvl5pPr>
            <a:lvl6pPr marL="2285920" indent="0">
              <a:buNone/>
              <a:defRPr sz="1600" b="1"/>
            </a:lvl6pPr>
            <a:lvl7pPr marL="2743104" indent="0">
              <a:buNone/>
              <a:defRPr sz="1600" b="1"/>
            </a:lvl7pPr>
            <a:lvl8pPr marL="3200288" indent="0">
              <a:buNone/>
              <a:defRPr sz="1600" b="1"/>
            </a:lvl8pPr>
            <a:lvl9pPr marL="365747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F68E5-7B66-533C-08DE-E2765D03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ED9E6-958E-A075-0062-96DCCB0CF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4" indent="0">
              <a:buNone/>
              <a:defRPr sz="2000" b="1"/>
            </a:lvl2pPr>
            <a:lvl3pPr marL="914368" indent="0">
              <a:buNone/>
              <a:defRPr sz="1800" b="1"/>
            </a:lvl3pPr>
            <a:lvl4pPr marL="1371552" indent="0">
              <a:buNone/>
              <a:defRPr sz="1600" b="1"/>
            </a:lvl4pPr>
            <a:lvl5pPr marL="1828736" indent="0">
              <a:buNone/>
              <a:defRPr sz="1600" b="1"/>
            </a:lvl5pPr>
            <a:lvl6pPr marL="2285920" indent="0">
              <a:buNone/>
              <a:defRPr sz="1600" b="1"/>
            </a:lvl6pPr>
            <a:lvl7pPr marL="2743104" indent="0">
              <a:buNone/>
              <a:defRPr sz="1600" b="1"/>
            </a:lvl7pPr>
            <a:lvl8pPr marL="3200288" indent="0">
              <a:buNone/>
              <a:defRPr sz="1600" b="1"/>
            </a:lvl8pPr>
            <a:lvl9pPr marL="365747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352196-6CDB-606F-0472-0AE601234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A896F-78E3-28F1-1C70-0C9FEED6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9B7A5-1134-ADBE-5D91-3A44CCF1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AC0E6-EC53-5D09-7185-1CCBACDA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9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1938-2883-D797-D44D-8DA69B37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A92BF-AF36-9BB9-A9F9-2C86A54B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2A1FE-8634-75CD-D2F9-E86FBEAA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6E871-9A48-9D01-1F52-19D1343D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0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8DDC1-3F47-2558-E5FE-C7A8F9FE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2C611-5392-9E8B-3544-092DC354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C9186-9DA3-2F5F-7CC7-F267834C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DFAD-10A2-8859-B18A-CD63A90F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83F73-7F78-0BCD-5BEC-36391B93C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498DE-3095-2C2D-5BE4-F715075C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4" indent="0">
              <a:buNone/>
              <a:defRPr sz="1400"/>
            </a:lvl2pPr>
            <a:lvl3pPr marL="914368" indent="0">
              <a:buNone/>
              <a:defRPr sz="1200"/>
            </a:lvl3pPr>
            <a:lvl4pPr marL="1371552" indent="0">
              <a:buNone/>
              <a:defRPr sz="1000"/>
            </a:lvl4pPr>
            <a:lvl5pPr marL="1828736" indent="0">
              <a:buNone/>
              <a:defRPr sz="1000"/>
            </a:lvl5pPr>
            <a:lvl6pPr marL="2285920" indent="0">
              <a:buNone/>
              <a:defRPr sz="1000"/>
            </a:lvl6pPr>
            <a:lvl7pPr marL="2743104" indent="0">
              <a:buNone/>
              <a:defRPr sz="1000"/>
            </a:lvl7pPr>
            <a:lvl8pPr marL="3200288" indent="0">
              <a:buNone/>
              <a:defRPr sz="1000"/>
            </a:lvl8pPr>
            <a:lvl9pPr marL="365747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D3682-6CD5-5631-F411-7862A97C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70D76-C6C0-390C-AFFB-E399BCC7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0D257-96C9-6B8C-8398-B1109D32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4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D1FC-D112-B91E-9A1F-779F0D4C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B96CB-4E3C-43C7-9B8B-D54E99E59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4" indent="0">
              <a:buNone/>
              <a:defRPr sz="2800"/>
            </a:lvl2pPr>
            <a:lvl3pPr marL="914368" indent="0">
              <a:buNone/>
              <a:defRPr sz="2400"/>
            </a:lvl3pPr>
            <a:lvl4pPr marL="1371552" indent="0">
              <a:buNone/>
              <a:defRPr sz="2000"/>
            </a:lvl4pPr>
            <a:lvl5pPr marL="1828736" indent="0">
              <a:buNone/>
              <a:defRPr sz="2000"/>
            </a:lvl5pPr>
            <a:lvl6pPr marL="2285920" indent="0">
              <a:buNone/>
              <a:defRPr sz="2000"/>
            </a:lvl6pPr>
            <a:lvl7pPr marL="2743104" indent="0">
              <a:buNone/>
              <a:defRPr sz="2000"/>
            </a:lvl7pPr>
            <a:lvl8pPr marL="3200288" indent="0">
              <a:buNone/>
              <a:defRPr sz="2000"/>
            </a:lvl8pPr>
            <a:lvl9pPr marL="365747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3E4C2-74FC-2EF1-1FC9-EAE32AA54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4" indent="0">
              <a:buNone/>
              <a:defRPr sz="1400"/>
            </a:lvl2pPr>
            <a:lvl3pPr marL="914368" indent="0">
              <a:buNone/>
              <a:defRPr sz="1200"/>
            </a:lvl3pPr>
            <a:lvl4pPr marL="1371552" indent="0">
              <a:buNone/>
              <a:defRPr sz="1000"/>
            </a:lvl4pPr>
            <a:lvl5pPr marL="1828736" indent="0">
              <a:buNone/>
              <a:defRPr sz="1000"/>
            </a:lvl5pPr>
            <a:lvl6pPr marL="2285920" indent="0">
              <a:buNone/>
              <a:defRPr sz="1000"/>
            </a:lvl6pPr>
            <a:lvl7pPr marL="2743104" indent="0">
              <a:buNone/>
              <a:defRPr sz="1000"/>
            </a:lvl7pPr>
            <a:lvl8pPr marL="3200288" indent="0">
              <a:buNone/>
              <a:defRPr sz="1000"/>
            </a:lvl8pPr>
            <a:lvl9pPr marL="365747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4A1D5-7EDB-DA4B-5BAB-7AEB2167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F5227-446C-3FDB-5137-FDA6FE44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DE96A-E645-8EB8-77B4-188F1A84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9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1443-E11F-820C-CFF9-62F427FA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3400E-4E28-505A-93CC-978A172A1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20928-8DB7-C2E7-4917-80037493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17B9-2BDA-3F17-E0E7-59F3448A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55512-6A80-B5CE-3030-77B9C563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5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CF5E4F-CABD-3ECB-5D17-3AD3346BD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1E6C2-AB5E-1AC0-6FD1-8058D94FB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F301E-5CE1-4B98-CB64-8AA5FFBE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BF6B-B8BB-6A90-5111-69D6557B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84030-36AC-3118-68F8-B7E6177F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52BFE-4199-3E3C-14A0-9D870C23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676B2-7D7B-5E37-7750-15A764076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DE5A-B77C-6D0A-1F9E-20C554AB1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04528-962E-42B1-9563-AE6F9A3E89EC}" type="datetimeFigureOut">
              <a:rPr lang="en-US" smtClean="0"/>
              <a:t>4/15/24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0F98A-FD7A-2E14-4892-901AFFFE2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06704-54EB-5CF7-1287-6E6A9B334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F5446-A103-4270-911C-024D5365D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4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6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2" indent="-228592" algn="l" defTabSz="91436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6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1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44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28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12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6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81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4" indent="-228592" algn="l" defTabSz="914368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8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0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4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8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2" algn="l" defTabSz="9143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85A187-204F-0579-8AA7-9E2C5C8DBB2E}"/>
              </a:ext>
            </a:extLst>
          </p:cNvPr>
          <p:cNvSpPr txBox="1"/>
          <p:nvPr/>
        </p:nvSpPr>
        <p:spPr>
          <a:xfrm>
            <a:off x="806826" y="425825"/>
            <a:ext cx="862287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1" dirty="0"/>
              <a:t>Prompt 1</a:t>
            </a:r>
            <a:endParaRPr lang="en-US" sz="140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01F218-5A05-3BE6-29C9-2793DE91BB1F}"/>
              </a:ext>
            </a:extLst>
          </p:cNvPr>
          <p:cNvSpPr/>
          <p:nvPr/>
        </p:nvSpPr>
        <p:spPr>
          <a:xfrm>
            <a:off x="1676404" y="439274"/>
            <a:ext cx="1658474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Few-shot examples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CD36F-759D-16FF-4B3B-0A67619C4C0C}"/>
              </a:ext>
            </a:extLst>
          </p:cNvPr>
          <p:cNvSpPr txBox="1"/>
          <p:nvPr/>
        </p:nvSpPr>
        <p:spPr>
          <a:xfrm>
            <a:off x="806826" y="874042"/>
            <a:ext cx="862287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1" dirty="0"/>
              <a:t>Prompt 2</a:t>
            </a:r>
            <a:endParaRPr lang="en-US" sz="140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428F12-32A6-459A-75D9-52240EE1A0A5}"/>
              </a:ext>
            </a:extLst>
          </p:cNvPr>
          <p:cNvSpPr txBox="1"/>
          <p:nvPr/>
        </p:nvSpPr>
        <p:spPr>
          <a:xfrm>
            <a:off x="806826" y="1337198"/>
            <a:ext cx="862287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1" dirty="0"/>
              <a:t>Prompt 3</a:t>
            </a:r>
            <a:endParaRPr lang="en-US" sz="1401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E706A3A-4BEE-4042-C7C7-D3D202316466}"/>
              </a:ext>
            </a:extLst>
          </p:cNvPr>
          <p:cNvSpPr/>
          <p:nvPr/>
        </p:nvSpPr>
        <p:spPr>
          <a:xfrm>
            <a:off x="2283547" y="2327831"/>
            <a:ext cx="430304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</a:t>
            </a:r>
            <a:endParaRPr lang="en-US" sz="140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0C5A2B-84CE-BA2B-447B-14BDE612D10D}"/>
              </a:ext>
            </a:extLst>
          </p:cNvPr>
          <p:cNvSpPr/>
          <p:nvPr/>
        </p:nvSpPr>
        <p:spPr>
          <a:xfrm>
            <a:off x="2740816" y="2333812"/>
            <a:ext cx="430304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B7C1017-D18C-4D27-6B70-2B1DFD352922}"/>
              </a:ext>
            </a:extLst>
          </p:cNvPr>
          <p:cNvSpPr/>
          <p:nvPr/>
        </p:nvSpPr>
        <p:spPr>
          <a:xfrm>
            <a:off x="2283539" y="2762600"/>
            <a:ext cx="887576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solidFill>
                  <a:schemeClr val="tx1"/>
                </a:solidFill>
              </a:rPr>
              <a:t>History</a:t>
            </a:r>
            <a:endParaRPr lang="en-US" sz="1401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BB053AF-17B6-1AD9-6CC3-0FB1662C29E7}"/>
              </a:ext>
            </a:extLst>
          </p:cNvPr>
          <p:cNvSpPr/>
          <p:nvPr/>
        </p:nvSpPr>
        <p:spPr>
          <a:xfrm>
            <a:off x="2283535" y="3185467"/>
            <a:ext cx="1828869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History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87D6199-DEBE-000E-B12C-8BCFE4357646}"/>
              </a:ext>
            </a:extLst>
          </p:cNvPr>
          <p:cNvSpPr/>
          <p:nvPr/>
        </p:nvSpPr>
        <p:spPr>
          <a:xfrm>
            <a:off x="2521331" y="4197681"/>
            <a:ext cx="619888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</a:t>
            </a:r>
            <a:endParaRPr lang="en-US" sz="1401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4192D5E-FBF5-86C9-AED7-C2B28B07AE7B}"/>
              </a:ext>
            </a:extLst>
          </p:cNvPr>
          <p:cNvSpPr/>
          <p:nvPr/>
        </p:nvSpPr>
        <p:spPr>
          <a:xfrm>
            <a:off x="3197971" y="4195747"/>
            <a:ext cx="619888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D8CE472-8152-8F0B-941E-91ACB229CB6A}"/>
              </a:ext>
            </a:extLst>
          </p:cNvPr>
          <p:cNvSpPr/>
          <p:nvPr/>
        </p:nvSpPr>
        <p:spPr>
          <a:xfrm>
            <a:off x="1237167" y="4964866"/>
            <a:ext cx="948053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solidFill>
                  <a:schemeClr val="tx1"/>
                </a:solidFill>
              </a:rPr>
              <a:t>Question</a:t>
            </a:r>
            <a:endParaRPr lang="en-US" sz="1401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EAC62DF-BA3C-6FFD-1469-90FC3117DBBE}"/>
              </a:ext>
            </a:extLst>
          </p:cNvPr>
          <p:cNvSpPr/>
          <p:nvPr/>
        </p:nvSpPr>
        <p:spPr>
          <a:xfrm>
            <a:off x="2521335" y="4587597"/>
            <a:ext cx="1296528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Search History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57D8500-B7EB-46AE-D896-9924DE07A367}"/>
              </a:ext>
            </a:extLst>
          </p:cNvPr>
          <p:cNvSpPr/>
          <p:nvPr/>
        </p:nvSpPr>
        <p:spPr>
          <a:xfrm>
            <a:off x="2521332" y="5397181"/>
            <a:ext cx="619888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Q2</a:t>
            </a:r>
            <a:endParaRPr lang="en-US" sz="140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1E1DAD2-91DC-73CD-C8EB-97EA812E9315}"/>
              </a:ext>
            </a:extLst>
          </p:cNvPr>
          <p:cNvSpPr/>
          <p:nvPr/>
        </p:nvSpPr>
        <p:spPr>
          <a:xfrm>
            <a:off x="3197971" y="5406386"/>
            <a:ext cx="619888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A2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144FDE0-427E-9CAC-493D-43C115BE89A0}"/>
              </a:ext>
            </a:extLst>
          </p:cNvPr>
          <p:cNvSpPr/>
          <p:nvPr/>
        </p:nvSpPr>
        <p:spPr>
          <a:xfrm>
            <a:off x="2521335" y="4965663"/>
            <a:ext cx="1296528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Search History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2538066-ACC6-9C44-B7D6-612DB0283AE1}"/>
              </a:ext>
            </a:extLst>
          </p:cNvPr>
          <p:cNvSpPr/>
          <p:nvPr/>
        </p:nvSpPr>
        <p:spPr>
          <a:xfrm>
            <a:off x="2521335" y="5775480"/>
            <a:ext cx="1296528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Search History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66D6418-ACBC-91E3-3B78-3A5B362999BF}"/>
              </a:ext>
            </a:extLst>
          </p:cNvPr>
          <p:cNvCxnSpPr>
            <a:cxnSpLocks/>
            <a:stCxn id="46" idx="3"/>
            <a:endCxn id="44" idx="1"/>
          </p:cNvCxnSpPr>
          <p:nvPr/>
        </p:nvCxnSpPr>
        <p:spPr>
          <a:xfrm flipV="1">
            <a:off x="2185230" y="4338129"/>
            <a:ext cx="336104" cy="767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41AB091-1BE2-6C6F-9FB6-05CFA3D0591F}"/>
              </a:ext>
            </a:extLst>
          </p:cNvPr>
          <p:cNvCxnSpPr>
            <a:cxnSpLocks/>
            <a:stCxn id="46" idx="3"/>
            <a:endCxn id="52" idx="1"/>
          </p:cNvCxnSpPr>
          <p:nvPr/>
        </p:nvCxnSpPr>
        <p:spPr>
          <a:xfrm>
            <a:off x="2185227" y="5105319"/>
            <a:ext cx="336104" cy="43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A25003E-E835-FF9F-2645-72810EEC3FF0}"/>
              </a:ext>
            </a:extLst>
          </p:cNvPr>
          <p:cNvSpPr txBox="1"/>
          <p:nvPr/>
        </p:nvSpPr>
        <p:spPr>
          <a:xfrm>
            <a:off x="1876792" y="1740928"/>
            <a:ext cx="1728037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1" dirty="0"/>
              <a:t>(a) Few-shot learning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E059DB-2614-92DB-0118-3B7B1CE0BBD2}"/>
              </a:ext>
            </a:extLst>
          </p:cNvPr>
          <p:cNvSpPr txBox="1"/>
          <p:nvPr/>
        </p:nvSpPr>
        <p:spPr>
          <a:xfrm>
            <a:off x="2841801" y="3550036"/>
            <a:ext cx="1543949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1" dirty="0"/>
              <a:t>(b) Multi-turn chat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BCF605-14D9-67EB-3647-5EFEEA771C4D}"/>
              </a:ext>
            </a:extLst>
          </p:cNvPr>
          <p:cNvSpPr txBox="1"/>
          <p:nvPr/>
        </p:nvSpPr>
        <p:spPr>
          <a:xfrm>
            <a:off x="3043244" y="6247747"/>
            <a:ext cx="1567289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1" dirty="0"/>
              <a:t>(c) Tree-of-thought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4E7B9C6-93E4-74A0-7573-75A762F95D67}"/>
              </a:ext>
            </a:extLst>
          </p:cNvPr>
          <p:cNvSpPr/>
          <p:nvPr/>
        </p:nvSpPr>
        <p:spPr>
          <a:xfrm>
            <a:off x="3224838" y="2760801"/>
            <a:ext cx="430304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Q2</a:t>
            </a:r>
            <a:endParaRPr lang="en-US" sz="1401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697E08C-350D-ABC7-1815-5FDCB0D69CDE}"/>
              </a:ext>
            </a:extLst>
          </p:cNvPr>
          <p:cNvSpPr/>
          <p:nvPr/>
        </p:nvSpPr>
        <p:spPr>
          <a:xfrm>
            <a:off x="3682111" y="2766783"/>
            <a:ext cx="430304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A2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62D6F4E-0258-76F9-1B5C-9C93CBF3B49A}"/>
              </a:ext>
            </a:extLst>
          </p:cNvPr>
          <p:cNvSpPr/>
          <p:nvPr/>
        </p:nvSpPr>
        <p:spPr>
          <a:xfrm>
            <a:off x="4170608" y="3186998"/>
            <a:ext cx="430304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Q3</a:t>
            </a:r>
            <a:endParaRPr lang="en-US" sz="1401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AFD494D-4DD5-8578-2EAB-ED199AC23147}"/>
              </a:ext>
            </a:extLst>
          </p:cNvPr>
          <p:cNvSpPr/>
          <p:nvPr/>
        </p:nvSpPr>
        <p:spPr>
          <a:xfrm>
            <a:off x="4627877" y="3192981"/>
            <a:ext cx="430304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705953-5DA5-BF80-B432-07C1B1C93A61}"/>
              </a:ext>
            </a:extLst>
          </p:cNvPr>
          <p:cNvSpPr txBox="1"/>
          <p:nvPr/>
        </p:nvSpPr>
        <p:spPr>
          <a:xfrm>
            <a:off x="1575919" y="2320362"/>
            <a:ext cx="644792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1" dirty="0"/>
              <a:t>Turn 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D5D467-32E6-2910-4C68-51B0C08D76FE}"/>
              </a:ext>
            </a:extLst>
          </p:cNvPr>
          <p:cNvSpPr txBox="1"/>
          <p:nvPr/>
        </p:nvSpPr>
        <p:spPr>
          <a:xfrm>
            <a:off x="1575919" y="2747940"/>
            <a:ext cx="644792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1" dirty="0"/>
              <a:t>Turn 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64E4A93-EC77-FF40-7C76-34F3ADAF6A74}"/>
              </a:ext>
            </a:extLst>
          </p:cNvPr>
          <p:cNvSpPr txBox="1"/>
          <p:nvPr/>
        </p:nvSpPr>
        <p:spPr>
          <a:xfrm>
            <a:off x="1575919" y="3179528"/>
            <a:ext cx="644792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1" dirty="0"/>
              <a:t>Turn 3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BBD67A8-5509-8187-9FA6-2064075920A5}"/>
              </a:ext>
            </a:extLst>
          </p:cNvPr>
          <p:cNvSpPr/>
          <p:nvPr/>
        </p:nvSpPr>
        <p:spPr>
          <a:xfrm>
            <a:off x="3908420" y="4589445"/>
            <a:ext cx="619888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Q1.1</a:t>
            </a:r>
            <a:endParaRPr lang="en-US" sz="1401" dirty="0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47FE4BB7-36D6-53F9-2A79-441BFAC67170}"/>
              </a:ext>
            </a:extLst>
          </p:cNvPr>
          <p:cNvSpPr/>
          <p:nvPr/>
        </p:nvSpPr>
        <p:spPr>
          <a:xfrm>
            <a:off x="4585060" y="4587512"/>
            <a:ext cx="619888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A1.1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38BB53BA-73ED-6A81-457E-71AAF2DE7012}"/>
              </a:ext>
            </a:extLst>
          </p:cNvPr>
          <p:cNvSpPr/>
          <p:nvPr/>
        </p:nvSpPr>
        <p:spPr>
          <a:xfrm>
            <a:off x="3908420" y="4973383"/>
            <a:ext cx="619888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Q1.2</a:t>
            </a:r>
            <a:endParaRPr lang="en-US" sz="1401" dirty="0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B1D3FD5-AF4E-D80E-59F1-EAE0352B1BA6}"/>
              </a:ext>
            </a:extLst>
          </p:cNvPr>
          <p:cNvSpPr/>
          <p:nvPr/>
        </p:nvSpPr>
        <p:spPr>
          <a:xfrm>
            <a:off x="4585060" y="4971449"/>
            <a:ext cx="619888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A1.2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637F272-91BA-6AA5-3DE2-F0D64476A422}"/>
              </a:ext>
            </a:extLst>
          </p:cNvPr>
          <p:cNvSpPr/>
          <p:nvPr/>
        </p:nvSpPr>
        <p:spPr>
          <a:xfrm>
            <a:off x="3908420" y="5775480"/>
            <a:ext cx="619888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Q.21</a:t>
            </a:r>
            <a:endParaRPr lang="en-US" sz="1401" dirty="0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2C458AD-836C-FFB3-555D-3C664BCB917B}"/>
              </a:ext>
            </a:extLst>
          </p:cNvPr>
          <p:cNvSpPr/>
          <p:nvPr/>
        </p:nvSpPr>
        <p:spPr>
          <a:xfrm>
            <a:off x="4585060" y="5773547"/>
            <a:ext cx="619888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A2.1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81FE9C1-44BB-5CA3-E632-FD4E43519B40}"/>
              </a:ext>
            </a:extLst>
          </p:cNvPr>
          <p:cNvSpPr txBox="1"/>
          <p:nvPr/>
        </p:nvSpPr>
        <p:spPr>
          <a:xfrm>
            <a:off x="1819555" y="4206287"/>
            <a:ext cx="731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Branch 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C8E88FF-3E2E-DB91-1915-149DC0973012}"/>
              </a:ext>
            </a:extLst>
          </p:cNvPr>
          <p:cNvSpPr txBox="1"/>
          <p:nvPr/>
        </p:nvSpPr>
        <p:spPr>
          <a:xfrm>
            <a:off x="1761607" y="5392449"/>
            <a:ext cx="731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Branch 2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E08D9C9C-8546-EBFD-5890-4F5590A400CD}"/>
              </a:ext>
            </a:extLst>
          </p:cNvPr>
          <p:cNvSpPr/>
          <p:nvPr/>
        </p:nvSpPr>
        <p:spPr>
          <a:xfrm>
            <a:off x="3369626" y="439279"/>
            <a:ext cx="430304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</a:t>
            </a:r>
            <a:endParaRPr lang="en-US" sz="1401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64B313C-361F-8730-4543-1091CBABA834}"/>
              </a:ext>
            </a:extLst>
          </p:cNvPr>
          <p:cNvSpPr/>
          <p:nvPr/>
        </p:nvSpPr>
        <p:spPr>
          <a:xfrm>
            <a:off x="3826899" y="445261"/>
            <a:ext cx="430304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51C3C48-92DD-7AFE-28A0-31B4B865BA0F}"/>
              </a:ext>
            </a:extLst>
          </p:cNvPr>
          <p:cNvSpPr/>
          <p:nvPr/>
        </p:nvSpPr>
        <p:spPr>
          <a:xfrm>
            <a:off x="1667516" y="896478"/>
            <a:ext cx="1658474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Few-shot examples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E5B9AEC3-4B16-C401-71F5-E2F56BB2F19B}"/>
              </a:ext>
            </a:extLst>
          </p:cNvPr>
          <p:cNvSpPr/>
          <p:nvPr/>
        </p:nvSpPr>
        <p:spPr>
          <a:xfrm>
            <a:off x="3360745" y="896484"/>
            <a:ext cx="430304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</a:t>
            </a:r>
            <a:endParaRPr lang="en-US" sz="1401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CFCB225-6EC2-0F10-F924-A282FEBC07A3}"/>
              </a:ext>
            </a:extLst>
          </p:cNvPr>
          <p:cNvSpPr/>
          <p:nvPr/>
        </p:nvSpPr>
        <p:spPr>
          <a:xfrm>
            <a:off x="3818014" y="902467"/>
            <a:ext cx="430304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3A4EBF93-37C0-024D-C614-A35BA2CF64B0}"/>
              </a:ext>
            </a:extLst>
          </p:cNvPr>
          <p:cNvSpPr/>
          <p:nvPr/>
        </p:nvSpPr>
        <p:spPr>
          <a:xfrm>
            <a:off x="1667516" y="1344428"/>
            <a:ext cx="1658474" cy="2808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>
                <a:solidFill>
                  <a:schemeClr val="tx1"/>
                </a:solidFill>
              </a:rPr>
              <a:t>Few-shot examples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1E96DAFF-3C93-AE64-F1A2-25426E0A07D4}"/>
              </a:ext>
            </a:extLst>
          </p:cNvPr>
          <p:cNvSpPr/>
          <p:nvPr/>
        </p:nvSpPr>
        <p:spPr>
          <a:xfrm>
            <a:off x="3360745" y="1344433"/>
            <a:ext cx="430304" cy="2808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1" dirty="0"/>
              <a:t>Q1</a:t>
            </a:r>
            <a:endParaRPr lang="en-US" sz="1401" dirty="0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775FA163-8EC8-FB07-7295-31FFB77D3F74}"/>
              </a:ext>
            </a:extLst>
          </p:cNvPr>
          <p:cNvSpPr/>
          <p:nvPr/>
        </p:nvSpPr>
        <p:spPr>
          <a:xfrm>
            <a:off x="3818014" y="1350416"/>
            <a:ext cx="430304" cy="280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1" dirty="0"/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3956296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FFBEE994-71F8-38A4-07F5-B0BD715A1095}"/>
              </a:ext>
            </a:extLst>
          </p:cNvPr>
          <p:cNvSpPr/>
          <p:nvPr/>
        </p:nvSpPr>
        <p:spPr>
          <a:xfrm>
            <a:off x="244529" y="4128407"/>
            <a:ext cx="11848864" cy="20227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1482088-E44E-31AD-5434-B7D448227C98}"/>
              </a:ext>
            </a:extLst>
          </p:cNvPr>
          <p:cNvSpPr/>
          <p:nvPr/>
        </p:nvSpPr>
        <p:spPr>
          <a:xfrm>
            <a:off x="244527" y="104641"/>
            <a:ext cx="11848863" cy="40237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4AC63-AA38-D59C-8997-ED381673D7D4}"/>
              </a:ext>
            </a:extLst>
          </p:cNvPr>
          <p:cNvSpPr/>
          <p:nvPr/>
        </p:nvSpPr>
        <p:spPr>
          <a:xfrm>
            <a:off x="1068633" y="978987"/>
            <a:ext cx="251012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F9A30-CB83-1590-AB83-4EC0B5F86FF0}"/>
              </a:ext>
            </a:extLst>
          </p:cNvPr>
          <p:cNvSpPr/>
          <p:nvPr/>
        </p:nvSpPr>
        <p:spPr>
          <a:xfrm>
            <a:off x="1472048" y="987953"/>
            <a:ext cx="815788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31B14-2BD1-BC29-F815-E1BB5B81DE1C}"/>
              </a:ext>
            </a:extLst>
          </p:cNvPr>
          <p:cNvSpPr/>
          <p:nvPr/>
        </p:nvSpPr>
        <p:spPr>
          <a:xfrm>
            <a:off x="2440243" y="978999"/>
            <a:ext cx="1568824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F2F58-D853-BDA5-5689-6A5B1D127774}"/>
              </a:ext>
            </a:extLst>
          </p:cNvPr>
          <p:cNvSpPr/>
          <p:nvPr/>
        </p:nvSpPr>
        <p:spPr>
          <a:xfrm>
            <a:off x="4161468" y="978999"/>
            <a:ext cx="815788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12565-5505-A3CC-D4AE-685DF66D497A}"/>
              </a:ext>
            </a:extLst>
          </p:cNvPr>
          <p:cNvSpPr/>
          <p:nvPr/>
        </p:nvSpPr>
        <p:spPr>
          <a:xfrm>
            <a:off x="5129652" y="978997"/>
            <a:ext cx="573741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195493-FD79-CF26-4EE1-89376A380C48}"/>
              </a:ext>
            </a:extLst>
          </p:cNvPr>
          <p:cNvSpPr/>
          <p:nvPr/>
        </p:nvSpPr>
        <p:spPr>
          <a:xfrm>
            <a:off x="5855783" y="987964"/>
            <a:ext cx="430305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6DE5DA-F51E-17D9-CD33-E839D47EA1D9}"/>
              </a:ext>
            </a:extLst>
          </p:cNvPr>
          <p:cNvSpPr/>
          <p:nvPr/>
        </p:nvSpPr>
        <p:spPr>
          <a:xfrm>
            <a:off x="6438506" y="987964"/>
            <a:ext cx="251012" cy="28687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F6D69-FB42-38E7-DBB1-BB2E19E14076}"/>
              </a:ext>
            </a:extLst>
          </p:cNvPr>
          <p:cNvSpPr/>
          <p:nvPr/>
        </p:nvSpPr>
        <p:spPr>
          <a:xfrm>
            <a:off x="867751" y="849087"/>
            <a:ext cx="5915608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EDB764-387F-2EC9-B155-78B38CCCE040}"/>
              </a:ext>
            </a:extLst>
          </p:cNvPr>
          <p:cNvSpPr/>
          <p:nvPr/>
        </p:nvSpPr>
        <p:spPr>
          <a:xfrm>
            <a:off x="867751" y="1387886"/>
            <a:ext cx="5915608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B72CB6-D2B0-B4B2-B648-0F8766A02129}"/>
              </a:ext>
            </a:extLst>
          </p:cNvPr>
          <p:cNvSpPr txBox="1"/>
          <p:nvPr/>
        </p:nvSpPr>
        <p:spPr>
          <a:xfrm>
            <a:off x="244526" y="356010"/>
            <a:ext cx="164820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/>
              <a:t>CPU Scheduling</a:t>
            </a:r>
            <a:endParaRPr lang="en-US" sz="180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4DD1FE-5428-9C19-73B3-6378A09D9ACF}"/>
              </a:ext>
            </a:extLst>
          </p:cNvPr>
          <p:cNvSpPr txBox="1"/>
          <p:nvPr/>
        </p:nvSpPr>
        <p:spPr>
          <a:xfrm>
            <a:off x="540953" y="1546674"/>
            <a:ext cx="135178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1" dirty="0"/>
              <a:t>New coming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C92086-F075-95E3-684F-73E3747590F7}"/>
              </a:ext>
            </a:extLst>
          </p:cNvPr>
          <p:cNvSpPr txBox="1"/>
          <p:nvPr/>
        </p:nvSpPr>
        <p:spPr>
          <a:xfrm>
            <a:off x="5129642" y="104643"/>
            <a:ext cx="4872359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1" dirty="0"/>
              <a:t>Waiting to executing</a:t>
            </a:r>
          </a:p>
          <a:p>
            <a:r>
              <a:rPr lang="en-US" sz="1801" dirty="0"/>
              <a:t>Don’t shuffle even there are new coming requests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DE5D15E-15A0-DEEE-B800-2C05FD24A752}"/>
              </a:ext>
            </a:extLst>
          </p:cNvPr>
          <p:cNvGraphicFramePr>
            <a:graphicFrameLocks noGrp="1"/>
          </p:cNvGraphicFramePr>
          <p:nvPr/>
        </p:nvGraphicFramePr>
        <p:xfrm>
          <a:off x="3825562" y="2643253"/>
          <a:ext cx="2770094" cy="1390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0853">
                  <a:extLst>
                    <a:ext uri="{9D8B030D-6E8A-4147-A177-3AD203B41FA5}">
                      <a16:colId xmlns:a16="http://schemas.microsoft.com/office/drawing/2014/main" val="1222686383"/>
                    </a:ext>
                  </a:extLst>
                </a:gridCol>
                <a:gridCol w="699747">
                  <a:extLst>
                    <a:ext uri="{9D8B030D-6E8A-4147-A177-3AD203B41FA5}">
                      <a16:colId xmlns:a16="http://schemas.microsoft.com/office/drawing/2014/main" val="2884306317"/>
                    </a:ext>
                  </a:extLst>
                </a:gridCol>
                <a:gridCol w="699747">
                  <a:extLst>
                    <a:ext uri="{9D8B030D-6E8A-4147-A177-3AD203B41FA5}">
                      <a16:colId xmlns:a16="http://schemas.microsoft.com/office/drawing/2014/main" val="1736555880"/>
                    </a:ext>
                  </a:extLst>
                </a:gridCol>
                <a:gridCol w="699747">
                  <a:extLst>
                    <a:ext uri="{9D8B030D-6E8A-4147-A177-3AD203B41FA5}">
                      <a16:colId xmlns:a16="http://schemas.microsoft.com/office/drawing/2014/main" val="501000628"/>
                    </a:ext>
                  </a:extLst>
                </a:gridCol>
              </a:tblGrid>
              <a:tr h="4967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Node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CXL address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Valid in 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Size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16521"/>
                  </a:ext>
                </a:extLst>
              </a:tr>
              <a:tr h="298047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814835"/>
                  </a:ext>
                </a:extLst>
              </a:tr>
              <a:tr h="298047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0601"/>
                  </a:ext>
                </a:extLst>
              </a:tr>
              <a:tr h="298047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40981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8616BBD-B823-E162-00FD-4DF6B0F45900}"/>
              </a:ext>
            </a:extLst>
          </p:cNvPr>
          <p:cNvSpPr txBox="1"/>
          <p:nvPr/>
        </p:nvSpPr>
        <p:spPr>
          <a:xfrm>
            <a:off x="3179704" y="4222383"/>
            <a:ext cx="40618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1" dirty="0"/>
              <a:t>A table recoding some useful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507224-09EF-31AC-B8D2-B03FE6A2B8E9}"/>
              </a:ext>
            </a:extLst>
          </p:cNvPr>
          <p:cNvSpPr/>
          <p:nvPr/>
        </p:nvSpPr>
        <p:spPr>
          <a:xfrm>
            <a:off x="659328" y="2818838"/>
            <a:ext cx="2130528" cy="10396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Replacement</a:t>
            </a:r>
            <a:r>
              <a:rPr lang="en-US" sz="1600" dirty="0"/>
              <a:t>: Need to update the table when place the new </a:t>
            </a:r>
            <a:r>
              <a:rPr lang="en-US" sz="1600" dirty="0" err="1"/>
              <a:t>kv</a:t>
            </a:r>
            <a:r>
              <a:rPr lang="en-US" sz="1600" dirty="0"/>
              <a:t>-cache or </a:t>
            </a:r>
            <a:r>
              <a:rPr lang="en-US" sz="1600" dirty="0" err="1"/>
              <a:t>ecivted</a:t>
            </a:r>
            <a:r>
              <a:rPr lang="en-US" sz="1600" dirty="0"/>
              <a:t> a </a:t>
            </a:r>
            <a:r>
              <a:rPr lang="en-US" sz="1600" dirty="0" err="1"/>
              <a:t>kv</a:t>
            </a:r>
            <a:r>
              <a:rPr lang="en-US" sz="1600" dirty="0"/>
              <a:t>-cache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147D3D-06F4-6771-9CA8-957C4C37F874}"/>
              </a:ext>
            </a:extLst>
          </p:cNvPr>
          <p:cNvCxnSpPr>
            <a:stCxn id="21" idx="3"/>
            <a:endCxn id="19" idx="1"/>
          </p:cNvCxnSpPr>
          <p:nvPr/>
        </p:nvCxnSpPr>
        <p:spPr>
          <a:xfrm>
            <a:off x="2789856" y="3338681"/>
            <a:ext cx="1035706" cy="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5614B61-1A2F-5E69-98E1-A63F9977F87A}"/>
              </a:ext>
            </a:extLst>
          </p:cNvPr>
          <p:cNvSpPr/>
          <p:nvPr/>
        </p:nvSpPr>
        <p:spPr>
          <a:xfrm>
            <a:off x="7448305" y="2818850"/>
            <a:ext cx="2553702" cy="10396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Prefetcher</a:t>
            </a:r>
            <a:r>
              <a:rPr lang="en-US" sz="1600" dirty="0"/>
              <a:t>: Compare the transmission time with the predicted minimal time to decide to prefetch or not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F64868-B794-8175-EEF7-5A9DAAAF6787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595656" y="3338693"/>
            <a:ext cx="85264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2837B33-C064-DB2E-B9D3-987C67E2A3CE}"/>
              </a:ext>
            </a:extLst>
          </p:cNvPr>
          <p:cNvSpPr/>
          <p:nvPr/>
        </p:nvSpPr>
        <p:spPr>
          <a:xfrm>
            <a:off x="6553672" y="5032344"/>
            <a:ext cx="1351841" cy="3047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BFBE42-11B9-69E2-D2DD-242B6F9CC468}"/>
              </a:ext>
            </a:extLst>
          </p:cNvPr>
          <p:cNvSpPr txBox="1"/>
          <p:nvPr/>
        </p:nvSpPr>
        <p:spPr>
          <a:xfrm>
            <a:off x="4227939" y="5058492"/>
            <a:ext cx="15504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1" dirty="0"/>
              <a:t>GPU executing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DE8469-D805-3B6B-2E56-6AFA54C0C190}"/>
              </a:ext>
            </a:extLst>
          </p:cNvPr>
          <p:cNvSpPr txBox="1"/>
          <p:nvPr/>
        </p:nvSpPr>
        <p:spPr>
          <a:xfrm>
            <a:off x="8826063" y="4172370"/>
            <a:ext cx="3331445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/>
              <a:t>The minimal predicted finish time</a:t>
            </a:r>
          </a:p>
          <a:p>
            <a:r>
              <a:rPr lang="en-US" sz="1801" dirty="0"/>
              <a:t>(How to update the minimal finish time just a design choice, no need to be mention in the workshop)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9F6F372-60A1-9293-DF48-07AA485B8838}"/>
              </a:ext>
            </a:extLst>
          </p:cNvPr>
          <p:cNvSpPr/>
          <p:nvPr/>
        </p:nvSpPr>
        <p:spPr>
          <a:xfrm>
            <a:off x="6267781" y="5243157"/>
            <a:ext cx="1351841" cy="3047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5B3D8C-926B-3CD1-C6B8-8ECE144E1644}"/>
              </a:ext>
            </a:extLst>
          </p:cNvPr>
          <p:cNvSpPr/>
          <p:nvPr/>
        </p:nvSpPr>
        <p:spPr>
          <a:xfrm>
            <a:off x="6164370" y="5337135"/>
            <a:ext cx="1351841" cy="3047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816538-B6CE-C3E3-23BE-E95762346620}"/>
              </a:ext>
            </a:extLst>
          </p:cNvPr>
          <p:cNvCxnSpPr>
            <a:stCxn id="34" idx="3"/>
            <a:endCxn id="31" idx="3"/>
          </p:cNvCxnSpPr>
          <p:nvPr/>
        </p:nvCxnSpPr>
        <p:spPr>
          <a:xfrm flipV="1">
            <a:off x="7619613" y="5184740"/>
            <a:ext cx="285891" cy="21081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6737D1-75CE-419A-8A08-2609269DC49B}"/>
              </a:ext>
            </a:extLst>
          </p:cNvPr>
          <p:cNvCxnSpPr>
            <a:cxnSpLocks/>
          </p:cNvCxnSpPr>
          <p:nvPr/>
        </p:nvCxnSpPr>
        <p:spPr>
          <a:xfrm flipV="1">
            <a:off x="6336237" y="5032344"/>
            <a:ext cx="236232" cy="21081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777BCF8-680C-AF79-DD32-F875D8B282CC}"/>
              </a:ext>
            </a:extLst>
          </p:cNvPr>
          <p:cNvCxnSpPr>
            <a:cxnSpLocks/>
            <a:stCxn id="35" idx="3"/>
            <a:endCxn id="25" idx="2"/>
          </p:cNvCxnSpPr>
          <p:nvPr/>
        </p:nvCxnSpPr>
        <p:spPr>
          <a:xfrm flipV="1">
            <a:off x="7516202" y="3858527"/>
            <a:ext cx="1208956" cy="16310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477790-D460-1B14-2630-28E6DB7ABFE4}"/>
              </a:ext>
            </a:extLst>
          </p:cNvPr>
          <p:cNvCxnSpPr>
            <a:cxnSpLocks/>
          </p:cNvCxnSpPr>
          <p:nvPr/>
        </p:nvCxnSpPr>
        <p:spPr>
          <a:xfrm>
            <a:off x="6251275" y="1433615"/>
            <a:ext cx="0" cy="1209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4C99376-6CC8-A3C7-77AE-6EB3ED19DEA5}"/>
              </a:ext>
            </a:extLst>
          </p:cNvPr>
          <p:cNvSpPr txBox="1"/>
          <p:nvPr/>
        </p:nvSpPr>
        <p:spPr>
          <a:xfrm>
            <a:off x="6336226" y="1654775"/>
            <a:ext cx="346751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/>
              <a:t>Search this table to determine what need to prefetch to the GPU</a:t>
            </a:r>
          </a:p>
        </p:txBody>
      </p:sp>
    </p:spTree>
    <p:extLst>
      <p:ext uri="{BB962C8B-B14F-4D97-AF65-F5344CB8AC3E}">
        <p14:creationId xmlns:p14="http://schemas.microsoft.com/office/powerpoint/2010/main" val="355594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A4AC63-AA38-D59C-8997-ED381673D7D4}"/>
              </a:ext>
            </a:extLst>
          </p:cNvPr>
          <p:cNvSpPr/>
          <p:nvPr/>
        </p:nvSpPr>
        <p:spPr>
          <a:xfrm>
            <a:off x="1674876" y="978632"/>
            <a:ext cx="154227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F9A30-CB83-1590-AB83-4EC0B5F86FF0}"/>
              </a:ext>
            </a:extLst>
          </p:cNvPr>
          <p:cNvSpPr/>
          <p:nvPr/>
        </p:nvSpPr>
        <p:spPr>
          <a:xfrm>
            <a:off x="1967290" y="976546"/>
            <a:ext cx="767200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31B14-2BD1-BC29-F815-E1BB5B81DE1C}"/>
              </a:ext>
            </a:extLst>
          </p:cNvPr>
          <p:cNvSpPr/>
          <p:nvPr/>
        </p:nvSpPr>
        <p:spPr>
          <a:xfrm>
            <a:off x="2872679" y="976546"/>
            <a:ext cx="988958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F2F58-D853-BDA5-5689-6A5B1D127774}"/>
              </a:ext>
            </a:extLst>
          </p:cNvPr>
          <p:cNvSpPr/>
          <p:nvPr/>
        </p:nvSpPr>
        <p:spPr>
          <a:xfrm>
            <a:off x="5010277" y="979225"/>
            <a:ext cx="501238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12565-5505-A3CC-D4AE-685DF66D497A}"/>
              </a:ext>
            </a:extLst>
          </p:cNvPr>
          <p:cNvSpPr/>
          <p:nvPr/>
        </p:nvSpPr>
        <p:spPr>
          <a:xfrm>
            <a:off x="5645111" y="971431"/>
            <a:ext cx="352518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195493-FD79-CF26-4EE1-89376A380C48}"/>
              </a:ext>
            </a:extLst>
          </p:cNvPr>
          <p:cNvSpPr/>
          <p:nvPr/>
        </p:nvSpPr>
        <p:spPr>
          <a:xfrm>
            <a:off x="6132932" y="979226"/>
            <a:ext cx="264389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6DE5DA-F51E-17D9-CD33-E839D47EA1D9}"/>
              </a:ext>
            </a:extLst>
          </p:cNvPr>
          <p:cNvSpPr/>
          <p:nvPr/>
        </p:nvSpPr>
        <p:spPr>
          <a:xfrm>
            <a:off x="6532624" y="979226"/>
            <a:ext cx="154227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F6D69-FB42-38E7-DBB1-BB2E19E14076}"/>
              </a:ext>
            </a:extLst>
          </p:cNvPr>
          <p:cNvSpPr/>
          <p:nvPr/>
        </p:nvSpPr>
        <p:spPr>
          <a:xfrm>
            <a:off x="751277" y="837315"/>
            <a:ext cx="6009712" cy="476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EDB764-387F-2EC9-B155-78B38CCCE040}"/>
              </a:ext>
            </a:extLst>
          </p:cNvPr>
          <p:cNvSpPr/>
          <p:nvPr/>
        </p:nvSpPr>
        <p:spPr>
          <a:xfrm>
            <a:off x="751260" y="1351990"/>
            <a:ext cx="6009712" cy="458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4DD1FE-5428-9C19-73B3-6378A09D9ACF}"/>
              </a:ext>
            </a:extLst>
          </p:cNvPr>
          <p:cNvSpPr txBox="1"/>
          <p:nvPr/>
        </p:nvSpPr>
        <p:spPr>
          <a:xfrm>
            <a:off x="752436" y="523530"/>
            <a:ext cx="2046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</a:t>
            </a:r>
            <a:r>
              <a:rPr lang="en-US" sz="1600" dirty="0"/>
              <a:t>ew </a:t>
            </a:r>
            <a:r>
              <a:rPr lang="en-US" altLang="zh-CN" sz="1600" dirty="0"/>
              <a:t>C</a:t>
            </a:r>
            <a:r>
              <a:rPr lang="en-US" sz="1600" dirty="0"/>
              <a:t>oming </a:t>
            </a:r>
            <a:r>
              <a:rPr lang="en-US" altLang="zh-CN" sz="1600" dirty="0"/>
              <a:t>Requests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507224-09EF-31AC-B8D2-B03FE6A2B8E9}"/>
              </a:ext>
            </a:extLst>
          </p:cNvPr>
          <p:cNvSpPr/>
          <p:nvPr/>
        </p:nvSpPr>
        <p:spPr>
          <a:xfrm>
            <a:off x="664103" y="2383451"/>
            <a:ext cx="1349518" cy="6098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Replacement </a:t>
            </a:r>
            <a:r>
              <a:rPr lang="en-US" altLang="zh-CN" sz="1600" b="1" dirty="0"/>
              <a:t>Policy</a:t>
            </a:r>
            <a:endParaRPr lang="en-US" sz="1600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147D3D-06F4-6771-9CA8-957C4C37F874}"/>
              </a:ext>
            </a:extLst>
          </p:cNvPr>
          <p:cNvCxnSpPr>
            <a:cxnSpLocks/>
            <a:stCxn id="21" idx="3"/>
            <a:endCxn id="36" idx="1"/>
          </p:cNvCxnSpPr>
          <p:nvPr/>
        </p:nvCxnSpPr>
        <p:spPr>
          <a:xfrm>
            <a:off x="2013621" y="2688360"/>
            <a:ext cx="287682" cy="1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5614B61-1A2F-5E69-98E1-A63F9977F87A}"/>
              </a:ext>
            </a:extLst>
          </p:cNvPr>
          <p:cNvSpPr/>
          <p:nvPr/>
        </p:nvSpPr>
        <p:spPr>
          <a:xfrm>
            <a:off x="5982665" y="2367792"/>
            <a:ext cx="1082168" cy="6411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Prefetcher</a:t>
            </a:r>
            <a:endParaRPr lang="en-US" sz="16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F64868-B794-8175-EEF7-5A9DAAAF6787}"/>
              </a:ext>
            </a:extLst>
          </p:cNvPr>
          <p:cNvCxnSpPr>
            <a:cxnSpLocks/>
            <a:stCxn id="25" idx="1"/>
            <a:endCxn id="36" idx="3"/>
          </p:cNvCxnSpPr>
          <p:nvPr/>
        </p:nvCxnSpPr>
        <p:spPr>
          <a:xfrm flipH="1">
            <a:off x="5691046" y="2688360"/>
            <a:ext cx="291619" cy="1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477790-D460-1B14-2630-28E6DB7ABFE4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3994164" y="1397882"/>
            <a:ext cx="2010" cy="6512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4C8F3D-95A3-F3C5-8890-FCE2710602AD}"/>
              </a:ext>
            </a:extLst>
          </p:cNvPr>
          <p:cNvSpPr txBox="1"/>
          <p:nvPr/>
        </p:nvSpPr>
        <p:spPr>
          <a:xfrm>
            <a:off x="4950635" y="517945"/>
            <a:ext cx="161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</a:t>
            </a:r>
            <a:r>
              <a:rPr lang="en-US" sz="1600" dirty="0"/>
              <a:t>huffled </a:t>
            </a:r>
            <a:r>
              <a:rPr lang="en-US" altLang="zh-CN" sz="1600" dirty="0"/>
              <a:t>W</a:t>
            </a:r>
            <a:r>
              <a:rPr lang="en-US" sz="1600" dirty="0"/>
              <a:t>indow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C582BC-188A-80D2-A548-8D4BF5030E80}"/>
              </a:ext>
            </a:extLst>
          </p:cNvPr>
          <p:cNvSpPr/>
          <p:nvPr/>
        </p:nvSpPr>
        <p:spPr>
          <a:xfrm>
            <a:off x="3996940" y="976546"/>
            <a:ext cx="878038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47AA6B-23AB-0338-C702-48FB37AC4D38}"/>
              </a:ext>
            </a:extLst>
          </p:cNvPr>
          <p:cNvCxnSpPr>
            <a:cxnSpLocks/>
          </p:cNvCxnSpPr>
          <p:nvPr/>
        </p:nvCxnSpPr>
        <p:spPr>
          <a:xfrm>
            <a:off x="2799178" y="757567"/>
            <a:ext cx="0" cy="7210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C810F48-E7D9-18EE-71C6-5DA8AEE91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344029"/>
              </p:ext>
            </p:extLst>
          </p:nvPr>
        </p:nvGraphicFramePr>
        <p:xfrm>
          <a:off x="2301303" y="2049118"/>
          <a:ext cx="3389743" cy="1281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653">
                  <a:extLst>
                    <a:ext uri="{9D8B030D-6E8A-4147-A177-3AD203B41FA5}">
                      <a16:colId xmlns:a16="http://schemas.microsoft.com/office/drawing/2014/main" val="3560089019"/>
                    </a:ext>
                  </a:extLst>
                </a:gridCol>
                <a:gridCol w="598334">
                  <a:extLst>
                    <a:ext uri="{9D8B030D-6E8A-4147-A177-3AD203B41FA5}">
                      <a16:colId xmlns:a16="http://schemas.microsoft.com/office/drawing/2014/main" val="964883408"/>
                    </a:ext>
                  </a:extLst>
                </a:gridCol>
                <a:gridCol w="1074260">
                  <a:extLst>
                    <a:ext uri="{9D8B030D-6E8A-4147-A177-3AD203B41FA5}">
                      <a16:colId xmlns:a16="http://schemas.microsoft.com/office/drawing/2014/main" val="3618328478"/>
                    </a:ext>
                  </a:extLst>
                </a:gridCol>
                <a:gridCol w="473186">
                  <a:extLst>
                    <a:ext uri="{9D8B030D-6E8A-4147-A177-3AD203B41FA5}">
                      <a16:colId xmlns:a16="http://schemas.microsoft.com/office/drawing/2014/main" val="3496330521"/>
                    </a:ext>
                  </a:extLst>
                </a:gridCol>
                <a:gridCol w="588310">
                  <a:extLst>
                    <a:ext uri="{9D8B030D-6E8A-4147-A177-3AD203B41FA5}">
                      <a16:colId xmlns:a16="http://schemas.microsoft.com/office/drawing/2014/main" val="1368544554"/>
                    </a:ext>
                  </a:extLst>
                </a:gridCol>
              </a:tblGrid>
              <a:tr h="4608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NodeID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ddr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_in_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88793"/>
                  </a:ext>
                </a:extLst>
              </a:tr>
              <a:tr h="410175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37641"/>
                  </a:ext>
                </a:extLst>
              </a:tr>
              <a:tr h="410175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786513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7140F4AD-6351-5654-D1AA-E24D0F74C421}"/>
              </a:ext>
            </a:extLst>
          </p:cNvPr>
          <p:cNvSpPr txBox="1"/>
          <p:nvPr/>
        </p:nvSpPr>
        <p:spPr>
          <a:xfrm>
            <a:off x="2205047" y="1753318"/>
            <a:ext cx="11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Cache table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513858B-34DF-1704-00A2-B8F456A7C2DB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522930" y="1184616"/>
            <a:ext cx="819" cy="11831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74975EA-212C-B561-175E-4CFC5E48BF1B}"/>
              </a:ext>
            </a:extLst>
          </p:cNvPr>
          <p:cNvCxnSpPr>
            <a:cxnSpLocks/>
          </p:cNvCxnSpPr>
          <p:nvPr/>
        </p:nvCxnSpPr>
        <p:spPr>
          <a:xfrm>
            <a:off x="4947521" y="761567"/>
            <a:ext cx="0" cy="7210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10E5472-1609-0029-A76F-4BC2043CAC58}"/>
              </a:ext>
            </a:extLst>
          </p:cNvPr>
          <p:cNvSpPr/>
          <p:nvPr/>
        </p:nvSpPr>
        <p:spPr>
          <a:xfrm>
            <a:off x="1072646" y="978632"/>
            <a:ext cx="464039" cy="2868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66">
            <a:extLst>
              <a:ext uri="{FF2B5EF4-FFF2-40B4-BE49-F238E27FC236}">
                <a16:creationId xmlns:a16="http://schemas.microsoft.com/office/drawing/2014/main" id="{5E10985D-AAC5-72EE-7F5F-0990B78CA6CC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336159" y="1404894"/>
            <a:ext cx="2703" cy="978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078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</TotalTime>
  <Words>190</Words>
  <Application>Microsoft Macintosh PowerPoint</Application>
  <PresentationFormat>宽屏</PresentationFormat>
  <Paragraphs>67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Pengchao Yuan</dc:creator>
  <cp:lastModifiedBy>Kexin Chu</cp:lastModifiedBy>
  <cp:revision>3</cp:revision>
  <dcterms:created xsi:type="dcterms:W3CDTF">2024-04-11T06:48:44Z</dcterms:created>
  <dcterms:modified xsi:type="dcterms:W3CDTF">2024-04-15T14:48:47Z</dcterms:modified>
</cp:coreProperties>
</file>